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</p:sldIdLst>
  <p:sldSz cx="12599988" cy="23399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CACA"/>
    <a:srgbClr val="00B3B3"/>
    <a:srgbClr val="018080"/>
    <a:srgbClr val="CFCCD6"/>
    <a:srgbClr val="B68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6F859-059A-4DB7-AEC5-974ED1AC50D6}" v="30" dt="2025-08-30T21:32:19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2730" y="-2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Ghilardi (Staff)" userId="b9591c49-3913-47aa-a516-44e0ea4248a4" providerId="ADAL" clId="{0D36F859-059A-4DB7-AEC5-974ED1AC50D6}"/>
    <pc:docChg chg="undo custSel addSld delSld modSld">
      <pc:chgData name="Tommaso Ghilardi (Staff)" userId="b9591c49-3913-47aa-a516-44e0ea4248a4" providerId="ADAL" clId="{0D36F859-059A-4DB7-AEC5-974ED1AC50D6}" dt="2025-08-30T21:32:19.922" v="750"/>
      <pc:docMkLst>
        <pc:docMk/>
      </pc:docMkLst>
      <pc:sldChg chg="addSp delSp modSp del mod">
        <pc:chgData name="Tommaso Ghilardi (Staff)" userId="b9591c49-3913-47aa-a516-44e0ea4248a4" providerId="ADAL" clId="{0D36F859-059A-4DB7-AEC5-974ED1AC50D6}" dt="2025-08-30T11:46:58.073" v="636" actId="47"/>
        <pc:sldMkLst>
          <pc:docMk/>
          <pc:sldMk cId="1204861259" sldId="259"/>
        </pc:sldMkLst>
        <pc:spChg chg="del">
          <ac:chgData name="Tommaso Ghilardi (Staff)" userId="b9591c49-3913-47aa-a516-44e0ea4248a4" providerId="ADAL" clId="{0D36F859-059A-4DB7-AEC5-974ED1AC50D6}" dt="2025-08-29T17:03:35.915" v="392" actId="478"/>
          <ac:spMkLst>
            <pc:docMk/>
            <pc:sldMk cId="1204861259" sldId="259"/>
            <ac:spMk id="2" creationId="{59FE5820-4E9E-A0B1-F1D5-2EEDB008C3B4}"/>
          </ac:spMkLst>
        </pc:spChg>
        <pc:spChg chg="add del mod">
          <ac:chgData name="Tommaso Ghilardi (Staff)" userId="b9591c49-3913-47aa-a516-44e0ea4248a4" providerId="ADAL" clId="{0D36F859-059A-4DB7-AEC5-974ED1AC50D6}" dt="2025-08-29T17:03:40.497" v="393" actId="478"/>
          <ac:spMkLst>
            <pc:docMk/>
            <pc:sldMk cId="1204861259" sldId="259"/>
            <ac:spMk id="9" creationId="{412EC709-34A2-A3B9-FAE4-54E870E7A650}"/>
          </ac:spMkLst>
        </pc:spChg>
        <pc:picChg chg="add mod">
          <ac:chgData name="Tommaso Ghilardi (Staff)" userId="b9591c49-3913-47aa-a516-44e0ea4248a4" providerId="ADAL" clId="{0D36F859-059A-4DB7-AEC5-974ED1AC50D6}" dt="2025-08-29T17:14:12.222" v="398" actId="1076"/>
          <ac:picMkLst>
            <pc:docMk/>
            <pc:sldMk cId="1204861259" sldId="259"/>
            <ac:picMk id="2" creationId="{E271A99D-7616-9B1E-2550-7E054E72026B}"/>
          </ac:picMkLst>
        </pc:picChg>
        <pc:picChg chg="del mod">
          <ac:chgData name="Tommaso Ghilardi (Staff)" userId="b9591c49-3913-47aa-a516-44e0ea4248a4" providerId="ADAL" clId="{0D36F859-059A-4DB7-AEC5-974ED1AC50D6}" dt="2025-08-29T17:03:26.398" v="391" actId="478"/>
          <ac:picMkLst>
            <pc:docMk/>
            <pc:sldMk cId="1204861259" sldId="259"/>
            <ac:picMk id="19" creationId="{BC084F83-2B7D-4036-2DCD-49AFF9BD8F45}"/>
          </ac:picMkLst>
        </pc:picChg>
      </pc:sldChg>
      <pc:sldChg chg="addSp delSp modSp add mod">
        <pc:chgData name="Tommaso Ghilardi (Staff)" userId="b9591c49-3913-47aa-a516-44e0ea4248a4" providerId="ADAL" clId="{0D36F859-059A-4DB7-AEC5-974ED1AC50D6}" dt="2025-08-30T21:32:19.922" v="750"/>
        <pc:sldMkLst>
          <pc:docMk/>
          <pc:sldMk cId="473977692" sldId="260"/>
        </pc:sldMkLst>
        <pc:spChg chg="add mod">
          <ac:chgData name="Tommaso Ghilardi (Staff)" userId="b9591c49-3913-47aa-a516-44e0ea4248a4" providerId="ADAL" clId="{0D36F859-059A-4DB7-AEC5-974ED1AC50D6}" dt="2025-08-30T21:31:02.859" v="683" actId="1036"/>
          <ac:spMkLst>
            <pc:docMk/>
            <pc:sldMk cId="473977692" sldId="260"/>
            <ac:spMk id="2" creationId="{51ECF505-A488-5A1A-87F2-9AE71DFD7584}"/>
          </ac:spMkLst>
        </pc:spChg>
        <pc:spChg chg="mod">
          <ac:chgData name="Tommaso Ghilardi (Staff)" userId="b9591c49-3913-47aa-a516-44e0ea4248a4" providerId="ADAL" clId="{0D36F859-059A-4DB7-AEC5-974ED1AC50D6}" dt="2025-08-30T21:25:40.694" v="642"/>
          <ac:spMkLst>
            <pc:docMk/>
            <pc:sldMk cId="473977692" sldId="260"/>
            <ac:spMk id="3" creationId="{5A05495E-9357-E471-D091-454DB08C8488}"/>
          </ac:spMkLst>
        </pc:spChg>
        <pc:spChg chg="mod">
          <ac:chgData name="Tommaso Ghilardi (Staff)" userId="b9591c49-3913-47aa-a516-44e0ea4248a4" providerId="ADAL" clId="{0D36F859-059A-4DB7-AEC5-974ED1AC50D6}" dt="2025-08-30T11:40:22.461" v="570"/>
          <ac:spMkLst>
            <pc:docMk/>
            <pc:sldMk cId="473977692" sldId="260"/>
            <ac:spMk id="5" creationId="{20AEB75B-B2FD-C857-22F8-9B24B288EDDC}"/>
          </ac:spMkLst>
        </pc:spChg>
        <pc:spChg chg="add mod">
          <ac:chgData name="Tommaso Ghilardi (Staff)" userId="b9591c49-3913-47aa-a516-44e0ea4248a4" providerId="ADAL" clId="{0D36F859-059A-4DB7-AEC5-974ED1AC50D6}" dt="2025-08-30T11:40:07.465" v="569" actId="1036"/>
          <ac:spMkLst>
            <pc:docMk/>
            <pc:sldMk cId="473977692" sldId="260"/>
            <ac:spMk id="8" creationId="{D40E4F07-DA5F-5483-5D56-79FA12CA80DD}"/>
          </ac:spMkLst>
        </pc:spChg>
        <pc:spChg chg="add mod">
          <ac:chgData name="Tommaso Ghilardi (Staff)" userId="b9591c49-3913-47aa-a516-44e0ea4248a4" providerId="ADAL" clId="{0D36F859-059A-4DB7-AEC5-974ED1AC50D6}" dt="2025-08-30T11:38:54.206" v="530"/>
          <ac:spMkLst>
            <pc:docMk/>
            <pc:sldMk cId="473977692" sldId="260"/>
            <ac:spMk id="9" creationId="{C3735D68-DBEC-373C-4FB0-92692DDA0DED}"/>
          </ac:spMkLst>
        </pc:spChg>
        <pc:spChg chg="add mod">
          <ac:chgData name="Tommaso Ghilardi (Staff)" userId="b9591c49-3913-47aa-a516-44e0ea4248a4" providerId="ADAL" clId="{0D36F859-059A-4DB7-AEC5-974ED1AC50D6}" dt="2025-08-30T21:28:05.661" v="645"/>
          <ac:spMkLst>
            <pc:docMk/>
            <pc:sldMk cId="473977692" sldId="260"/>
            <ac:spMk id="15" creationId="{05A170F7-4CA5-62FF-3898-7B1B95B0C649}"/>
          </ac:spMkLst>
        </pc:spChg>
        <pc:spChg chg="mod">
          <ac:chgData name="Tommaso Ghilardi (Staff)" userId="b9591c49-3913-47aa-a516-44e0ea4248a4" providerId="ADAL" clId="{0D36F859-059A-4DB7-AEC5-974ED1AC50D6}" dt="2025-08-30T21:32:19.922" v="750"/>
          <ac:spMkLst>
            <pc:docMk/>
            <pc:sldMk cId="473977692" sldId="260"/>
            <ac:spMk id="30" creationId="{84017305-8577-D1BA-26A3-76934F4A6EC4}"/>
          </ac:spMkLst>
        </pc:spChg>
        <pc:spChg chg="mod">
          <ac:chgData name="Tommaso Ghilardi (Staff)" userId="b9591c49-3913-47aa-a516-44e0ea4248a4" providerId="ADAL" clId="{0D36F859-059A-4DB7-AEC5-974ED1AC50D6}" dt="2025-08-30T11:37:38.704" v="522" actId="1036"/>
          <ac:spMkLst>
            <pc:docMk/>
            <pc:sldMk cId="473977692" sldId="260"/>
            <ac:spMk id="59" creationId="{B3DF5393-782D-DD63-9DD9-4002101FD755}"/>
          </ac:spMkLst>
        </pc:spChg>
        <pc:spChg chg="mod">
          <ac:chgData name="Tommaso Ghilardi (Staff)" userId="b9591c49-3913-47aa-a516-44e0ea4248a4" providerId="ADAL" clId="{0D36F859-059A-4DB7-AEC5-974ED1AC50D6}" dt="2025-08-30T11:39:21.314" v="561" actId="14100"/>
          <ac:spMkLst>
            <pc:docMk/>
            <pc:sldMk cId="473977692" sldId="260"/>
            <ac:spMk id="103" creationId="{AB53003C-B479-D972-858A-998AF37B4D0B}"/>
          </ac:spMkLst>
        </pc:spChg>
        <pc:spChg chg="mod">
          <ac:chgData name="Tommaso Ghilardi (Staff)" userId="b9591c49-3913-47aa-a516-44e0ea4248a4" providerId="ADAL" clId="{0D36F859-059A-4DB7-AEC5-974ED1AC50D6}" dt="2025-08-30T21:23:38.144" v="639"/>
          <ac:spMkLst>
            <pc:docMk/>
            <pc:sldMk cId="473977692" sldId="260"/>
            <ac:spMk id="165" creationId="{00C224FC-1D30-946F-804F-F55EBA1105CA}"/>
          </ac:spMkLst>
        </pc:spChg>
        <pc:spChg chg="mod">
          <ac:chgData name="Tommaso Ghilardi (Staff)" userId="b9591c49-3913-47aa-a516-44e0ea4248a4" providerId="ADAL" clId="{0D36F859-059A-4DB7-AEC5-974ED1AC50D6}" dt="2025-08-30T21:24:20.968" v="640"/>
          <ac:spMkLst>
            <pc:docMk/>
            <pc:sldMk cId="473977692" sldId="260"/>
            <ac:spMk id="167" creationId="{58DDBD98-D8A8-54C2-A548-5B8991DF6103}"/>
          </ac:spMkLst>
        </pc:spChg>
        <pc:spChg chg="mod">
          <ac:chgData name="Tommaso Ghilardi (Staff)" userId="b9591c49-3913-47aa-a516-44e0ea4248a4" providerId="ADAL" clId="{0D36F859-059A-4DB7-AEC5-974ED1AC50D6}" dt="2025-08-30T11:40:56.345" v="613" actId="20577"/>
          <ac:spMkLst>
            <pc:docMk/>
            <pc:sldMk cId="473977692" sldId="260"/>
            <ac:spMk id="189" creationId="{8398F060-2CE1-B704-3068-1C13A3288CA6}"/>
          </ac:spMkLst>
        </pc:spChg>
        <pc:spChg chg="mod">
          <ac:chgData name="Tommaso Ghilardi (Staff)" userId="b9591c49-3913-47aa-a516-44e0ea4248a4" providerId="ADAL" clId="{0D36F859-059A-4DB7-AEC5-974ED1AC50D6}" dt="2025-08-30T21:25:11.010" v="641"/>
          <ac:spMkLst>
            <pc:docMk/>
            <pc:sldMk cId="473977692" sldId="260"/>
            <ac:spMk id="194" creationId="{9CDAC7FF-5D4B-AD6A-FA92-96548CE87DDC}"/>
          </ac:spMkLst>
        </pc:spChg>
        <pc:spChg chg="mod">
          <ac:chgData name="Tommaso Ghilardi (Staff)" userId="b9591c49-3913-47aa-a516-44e0ea4248a4" providerId="ADAL" clId="{0D36F859-059A-4DB7-AEC5-974ED1AC50D6}" dt="2025-08-30T11:40:28.033" v="571"/>
          <ac:spMkLst>
            <pc:docMk/>
            <pc:sldMk cId="473977692" sldId="260"/>
            <ac:spMk id="196" creationId="{D2E86D2C-E443-1086-B3BD-3141DCE6C993}"/>
          </ac:spMkLst>
        </pc:spChg>
        <pc:spChg chg="mod">
          <ac:chgData name="Tommaso Ghilardi (Staff)" userId="b9591c49-3913-47aa-a516-44e0ea4248a4" providerId="ADAL" clId="{0D36F859-059A-4DB7-AEC5-974ED1AC50D6}" dt="2025-08-30T11:41:07.712" v="614" actId="1076"/>
          <ac:spMkLst>
            <pc:docMk/>
            <pc:sldMk cId="473977692" sldId="260"/>
            <ac:spMk id="298" creationId="{820D5E88-0B57-3155-0368-5F6991E9D64D}"/>
          </ac:spMkLst>
        </pc:spChg>
        <pc:spChg chg="mod">
          <ac:chgData name="Tommaso Ghilardi (Staff)" userId="b9591c49-3913-47aa-a516-44e0ea4248a4" providerId="ADAL" clId="{0D36F859-059A-4DB7-AEC5-974ED1AC50D6}" dt="2025-08-30T21:28:43.315" v="646"/>
          <ac:spMkLst>
            <pc:docMk/>
            <pc:sldMk cId="473977692" sldId="260"/>
            <ac:spMk id="299" creationId="{35E7F8E2-CDA8-78E2-2F38-6C5FE5F9BAEE}"/>
          </ac:spMkLst>
        </pc:spChg>
        <pc:spChg chg="mod">
          <ac:chgData name="Tommaso Ghilardi (Staff)" userId="b9591c49-3913-47aa-a516-44e0ea4248a4" providerId="ADAL" clId="{0D36F859-059A-4DB7-AEC5-974ED1AC50D6}" dt="2025-08-30T11:37:38.704" v="522" actId="1036"/>
          <ac:spMkLst>
            <pc:docMk/>
            <pc:sldMk cId="473977692" sldId="260"/>
            <ac:spMk id="330" creationId="{FE02A376-9E3B-65BC-FFF4-4C999CE4DF2D}"/>
          </ac:spMkLst>
        </pc:spChg>
        <pc:spChg chg="mod">
          <ac:chgData name="Tommaso Ghilardi (Staff)" userId="b9591c49-3913-47aa-a516-44e0ea4248a4" providerId="ADAL" clId="{0D36F859-059A-4DB7-AEC5-974ED1AC50D6}" dt="2025-08-30T21:27:31.533" v="644"/>
          <ac:spMkLst>
            <pc:docMk/>
            <pc:sldMk cId="473977692" sldId="260"/>
            <ac:spMk id="346" creationId="{AB37A5FB-A5EE-70CE-4BF6-C37FEC5DCD52}"/>
          </ac:spMkLst>
        </pc:spChg>
        <pc:spChg chg="mod">
          <ac:chgData name="Tommaso Ghilardi (Staff)" userId="b9591c49-3913-47aa-a516-44e0ea4248a4" providerId="ADAL" clId="{0D36F859-059A-4DB7-AEC5-974ED1AC50D6}" dt="2025-08-30T11:37:38.704" v="522" actId="1036"/>
          <ac:spMkLst>
            <pc:docMk/>
            <pc:sldMk cId="473977692" sldId="260"/>
            <ac:spMk id="351" creationId="{0645E236-D46D-C0A1-4549-FD245688F3F4}"/>
          </ac:spMkLst>
        </pc:spChg>
        <pc:spChg chg="mod">
          <ac:chgData name="Tommaso Ghilardi (Staff)" userId="b9591c49-3913-47aa-a516-44e0ea4248a4" providerId="ADAL" clId="{0D36F859-059A-4DB7-AEC5-974ED1AC50D6}" dt="2025-08-30T11:37:38.704" v="522" actId="1036"/>
          <ac:spMkLst>
            <pc:docMk/>
            <pc:sldMk cId="473977692" sldId="260"/>
            <ac:spMk id="356" creationId="{2FE00998-FE6B-7D59-43F7-878FD843EBD9}"/>
          </ac:spMkLst>
        </pc:spChg>
        <pc:spChg chg="mod">
          <ac:chgData name="Tommaso Ghilardi (Staff)" userId="b9591c49-3913-47aa-a516-44e0ea4248a4" providerId="ADAL" clId="{0D36F859-059A-4DB7-AEC5-974ED1AC50D6}" dt="2025-08-30T21:31:02.859" v="683" actId="1036"/>
          <ac:spMkLst>
            <pc:docMk/>
            <pc:sldMk cId="473977692" sldId="260"/>
            <ac:spMk id="363" creationId="{2E5DDD62-31D5-DB35-7882-69ED9834C436}"/>
          </ac:spMkLst>
        </pc:spChg>
        <pc:spChg chg="mod">
          <ac:chgData name="Tommaso Ghilardi (Staff)" userId="b9591c49-3913-47aa-a516-44e0ea4248a4" providerId="ADAL" clId="{0D36F859-059A-4DB7-AEC5-974ED1AC50D6}" dt="2025-08-30T11:37:23.213" v="500" actId="1035"/>
          <ac:spMkLst>
            <pc:docMk/>
            <pc:sldMk cId="473977692" sldId="260"/>
            <ac:spMk id="417" creationId="{8B2E5F8C-A55D-207B-4971-B5FF6AD4E8F6}"/>
          </ac:spMkLst>
        </pc:spChg>
        <pc:picChg chg="del">
          <ac:chgData name="Tommaso Ghilardi (Staff)" userId="b9591c49-3913-47aa-a516-44e0ea4248a4" providerId="ADAL" clId="{0D36F859-059A-4DB7-AEC5-974ED1AC50D6}" dt="2025-08-30T11:41:57.955" v="616" actId="478"/>
          <ac:picMkLst>
            <pc:docMk/>
            <pc:sldMk cId="473977692" sldId="260"/>
            <ac:picMk id="2" creationId="{D20A8C1F-8B5B-5AD4-535A-87C3FA498950}"/>
          </ac:picMkLst>
        </pc:picChg>
        <pc:picChg chg="add mod">
          <ac:chgData name="Tommaso Ghilardi (Staff)" userId="b9591c49-3913-47aa-a516-44e0ea4248a4" providerId="ADAL" clId="{0D36F859-059A-4DB7-AEC5-974ED1AC50D6}" dt="2025-08-30T11:44:27.119" v="635" actId="1076"/>
          <ac:picMkLst>
            <pc:docMk/>
            <pc:sldMk cId="473977692" sldId="260"/>
            <ac:picMk id="29" creationId="{16483771-59DA-CADD-3F5A-585A15B7B5B1}"/>
          </ac:picMkLst>
        </pc:picChg>
        <pc:picChg chg="add mod">
          <ac:chgData name="Tommaso Ghilardi (Staff)" userId="b9591c49-3913-47aa-a516-44e0ea4248a4" providerId="ADAL" clId="{0D36F859-059A-4DB7-AEC5-974ED1AC50D6}" dt="2025-08-30T11:44:14.451" v="631" actId="14100"/>
          <ac:picMkLst>
            <pc:docMk/>
            <pc:sldMk cId="473977692" sldId="260"/>
            <ac:picMk id="33" creationId="{68BEA773-0D09-092E-4803-D1D999122227}"/>
          </ac:picMkLst>
        </pc:picChg>
        <pc:picChg chg="mod">
          <ac:chgData name="Tommaso Ghilardi (Staff)" userId="b9591c49-3913-47aa-a516-44e0ea4248a4" providerId="ADAL" clId="{0D36F859-059A-4DB7-AEC5-974ED1AC50D6}" dt="2025-08-30T11:41:21.575" v="615" actId="1076"/>
          <ac:picMkLst>
            <pc:docMk/>
            <pc:sldMk cId="473977692" sldId="260"/>
            <ac:picMk id="329" creationId="{3EED5478-C618-30DF-BBF4-CD9EA9F49989}"/>
          </ac:picMkLst>
        </pc:picChg>
        <pc:picChg chg="mod">
          <ac:chgData name="Tommaso Ghilardi (Staff)" userId="b9591c49-3913-47aa-a516-44e0ea4248a4" providerId="ADAL" clId="{0D36F859-059A-4DB7-AEC5-974ED1AC50D6}" dt="2025-08-30T11:37:38.704" v="522" actId="1036"/>
          <ac:picMkLst>
            <pc:docMk/>
            <pc:sldMk cId="473977692" sldId="260"/>
            <ac:picMk id="387" creationId="{A3C72F3B-BB9E-BC93-2E5E-4A4A46E0518A}"/>
          </ac:picMkLst>
        </pc:picChg>
        <pc:cxnChg chg="mod">
          <ac:chgData name="Tommaso Ghilardi (Staff)" userId="b9591c49-3913-47aa-a516-44e0ea4248a4" providerId="ADAL" clId="{0D36F859-059A-4DB7-AEC5-974ED1AC50D6}" dt="2025-08-30T11:39:10.143" v="559" actId="1035"/>
          <ac:cxnSpMkLst>
            <pc:docMk/>
            <pc:sldMk cId="473977692" sldId="260"/>
            <ac:cxnSpMk id="6" creationId="{319F6A1A-CC35-85AF-4E6D-1839BD1FC681}"/>
          </ac:cxnSpMkLst>
        </pc:cxnChg>
        <pc:cxnChg chg="add mod">
          <ac:chgData name="Tommaso Ghilardi (Staff)" userId="b9591c49-3913-47aa-a516-44e0ea4248a4" providerId="ADAL" clId="{0D36F859-059A-4DB7-AEC5-974ED1AC50D6}" dt="2025-08-30T21:31:15.016" v="686" actId="14100"/>
          <ac:cxnSpMkLst>
            <pc:docMk/>
            <pc:sldMk cId="473977692" sldId="260"/>
            <ac:cxnSpMk id="9" creationId="{E8D4028D-15BC-F7F7-2A57-9748317A9C0A}"/>
          </ac:cxnSpMkLst>
        </pc:cxnChg>
        <pc:cxnChg chg="add mod">
          <ac:chgData name="Tommaso Ghilardi (Staff)" userId="b9591c49-3913-47aa-a516-44e0ea4248a4" providerId="ADAL" clId="{0D36F859-059A-4DB7-AEC5-974ED1AC50D6}" dt="2025-08-30T11:40:07.465" v="569" actId="1036"/>
          <ac:cxnSpMkLst>
            <pc:docMk/>
            <pc:sldMk cId="473977692" sldId="260"/>
            <ac:cxnSpMk id="16" creationId="{72072F2C-2FF7-2AE7-40B2-0370ADFF4128}"/>
          </ac:cxnSpMkLst>
        </pc:cxnChg>
        <pc:cxnChg chg="add mod">
          <ac:chgData name="Tommaso Ghilardi (Staff)" userId="b9591c49-3913-47aa-a516-44e0ea4248a4" providerId="ADAL" clId="{0D36F859-059A-4DB7-AEC5-974ED1AC50D6}" dt="2025-08-30T11:40:07.465" v="569" actId="1036"/>
          <ac:cxnSpMkLst>
            <pc:docMk/>
            <pc:sldMk cId="473977692" sldId="260"/>
            <ac:cxnSpMk id="19" creationId="{89EF34DE-EECA-0B24-2CB5-4F39E3F051DC}"/>
          </ac:cxnSpMkLst>
        </pc:cxnChg>
        <pc:cxnChg chg="add mod">
          <ac:chgData name="Tommaso Ghilardi (Staff)" userId="b9591c49-3913-47aa-a516-44e0ea4248a4" providerId="ADAL" clId="{0D36F859-059A-4DB7-AEC5-974ED1AC50D6}" dt="2025-08-30T21:31:25.714" v="689" actId="14100"/>
          <ac:cxnSpMkLst>
            <pc:docMk/>
            <pc:sldMk cId="473977692" sldId="260"/>
            <ac:cxnSpMk id="20" creationId="{8B1A01E2-EFD1-3A83-A919-2ADD3090B9CB}"/>
          </ac:cxnSpMkLst>
        </pc:cxnChg>
        <pc:cxnChg chg="mod">
          <ac:chgData name="Tommaso Ghilardi (Staff)" userId="b9591c49-3913-47aa-a516-44e0ea4248a4" providerId="ADAL" clId="{0D36F859-059A-4DB7-AEC5-974ED1AC50D6}" dt="2025-08-30T21:31:02.859" v="683" actId="1036"/>
          <ac:cxnSpMkLst>
            <pc:docMk/>
            <pc:sldMk cId="473977692" sldId="260"/>
            <ac:cxnSpMk id="42" creationId="{24D4CCB7-8B43-9CA0-CCDA-15DFAE306AC8}"/>
          </ac:cxnSpMkLst>
        </pc:cxnChg>
        <pc:cxnChg chg="mod">
          <ac:chgData name="Tommaso Ghilardi (Staff)" userId="b9591c49-3913-47aa-a516-44e0ea4248a4" providerId="ADAL" clId="{0D36F859-059A-4DB7-AEC5-974ED1AC50D6}" dt="2025-08-30T21:31:02.859" v="683" actId="1036"/>
          <ac:cxnSpMkLst>
            <pc:docMk/>
            <pc:sldMk cId="473977692" sldId="260"/>
            <ac:cxnSpMk id="47" creationId="{52E80021-C2D3-F240-5DD5-2DB76113F856}"/>
          </ac:cxnSpMkLst>
        </pc:cxnChg>
        <pc:cxnChg chg="mod">
          <ac:chgData name="Tommaso Ghilardi (Staff)" userId="b9591c49-3913-47aa-a516-44e0ea4248a4" providerId="ADAL" clId="{0D36F859-059A-4DB7-AEC5-974ED1AC50D6}" dt="2025-08-30T21:31:02.859" v="683" actId="1036"/>
          <ac:cxnSpMkLst>
            <pc:docMk/>
            <pc:sldMk cId="473977692" sldId="260"/>
            <ac:cxnSpMk id="56" creationId="{DE56646E-8E93-8B19-8A58-247E98E83026}"/>
          </ac:cxnSpMkLst>
        </pc:cxnChg>
        <pc:cxnChg chg="mod">
          <ac:chgData name="Tommaso Ghilardi (Staff)" userId="b9591c49-3913-47aa-a516-44e0ea4248a4" providerId="ADAL" clId="{0D36F859-059A-4DB7-AEC5-974ED1AC50D6}" dt="2025-08-30T21:31:02.859" v="683" actId="1036"/>
          <ac:cxnSpMkLst>
            <pc:docMk/>
            <pc:sldMk cId="473977692" sldId="260"/>
            <ac:cxnSpMk id="77" creationId="{BE6629CB-E0BC-B37B-78A0-0D903A31F811}"/>
          </ac:cxnSpMkLst>
        </pc:cxnChg>
        <pc:cxnChg chg="mod">
          <ac:chgData name="Tommaso Ghilardi (Staff)" userId="b9591c49-3913-47aa-a516-44e0ea4248a4" providerId="ADAL" clId="{0D36F859-059A-4DB7-AEC5-974ED1AC50D6}" dt="2025-08-30T21:22:45.874" v="638" actId="1076"/>
          <ac:cxnSpMkLst>
            <pc:docMk/>
            <pc:sldMk cId="473977692" sldId="260"/>
            <ac:cxnSpMk id="175" creationId="{8884BBF1-D9B9-038A-65F2-B6BE227096CA}"/>
          </ac:cxnSpMkLst>
        </pc:cxnChg>
        <pc:cxnChg chg="mod">
          <ac:chgData name="Tommaso Ghilardi (Staff)" userId="b9591c49-3913-47aa-a516-44e0ea4248a4" providerId="ADAL" clId="{0D36F859-059A-4DB7-AEC5-974ED1AC50D6}" dt="2025-08-30T11:41:07.712" v="614" actId="1076"/>
          <ac:cxnSpMkLst>
            <pc:docMk/>
            <pc:sldMk cId="473977692" sldId="260"/>
            <ac:cxnSpMk id="304" creationId="{3CDCA431-F30A-1B1A-0B27-4F9FE4DE1456}"/>
          </ac:cxnSpMkLst>
        </pc:cxnChg>
        <pc:cxnChg chg="mod">
          <ac:chgData name="Tommaso Ghilardi (Staff)" userId="b9591c49-3913-47aa-a516-44e0ea4248a4" providerId="ADAL" clId="{0D36F859-059A-4DB7-AEC5-974ED1AC50D6}" dt="2025-08-30T11:41:07.712" v="614" actId="1076"/>
          <ac:cxnSpMkLst>
            <pc:docMk/>
            <pc:sldMk cId="473977692" sldId="260"/>
            <ac:cxnSpMk id="307" creationId="{4BC7B57E-B57F-CFE3-99A8-6EF23BDD705D}"/>
          </ac:cxnSpMkLst>
        </pc:cxnChg>
      </pc:sldChg>
      <pc:sldChg chg="addSp delSp modSp add del mod">
        <pc:chgData name="Tommaso Ghilardi (Staff)" userId="b9591c49-3913-47aa-a516-44e0ea4248a4" providerId="ADAL" clId="{0D36F859-059A-4DB7-AEC5-974ED1AC50D6}" dt="2025-08-29T17:10:34.638" v="394" actId="47"/>
        <pc:sldMkLst>
          <pc:docMk/>
          <pc:sldMk cId="3385753680" sldId="260"/>
        </pc:sldMkLst>
        <pc:spChg chg="mod">
          <ac:chgData name="Tommaso Ghilardi (Staff)" userId="b9591c49-3913-47aa-a516-44e0ea4248a4" providerId="ADAL" clId="{0D36F859-059A-4DB7-AEC5-974ED1AC50D6}" dt="2025-08-29T16:50:50.241" v="1" actId="20577"/>
          <ac:spMkLst>
            <pc:docMk/>
            <pc:sldMk cId="3385753680" sldId="260"/>
            <ac:spMk id="2" creationId="{3748DC45-1C88-F4F3-6E74-437B32A04A5F}"/>
          </ac:spMkLst>
        </pc:spChg>
        <pc:spChg chg="add del mod">
          <ac:chgData name="Tommaso Ghilardi (Staff)" userId="b9591c49-3913-47aa-a516-44e0ea4248a4" providerId="ADAL" clId="{0D36F859-059A-4DB7-AEC5-974ED1AC50D6}" dt="2025-08-29T16:53:43.476" v="209" actId="478"/>
          <ac:spMkLst>
            <pc:docMk/>
            <pc:sldMk cId="3385753680" sldId="260"/>
            <ac:spMk id="3" creationId="{4238F431-CBC6-70D4-2A63-C19FD892FFF7}"/>
          </ac:spMkLst>
        </pc:spChg>
        <pc:spChg chg="add del mod">
          <ac:chgData name="Tommaso Ghilardi (Staff)" userId="b9591c49-3913-47aa-a516-44e0ea4248a4" providerId="ADAL" clId="{0D36F859-059A-4DB7-AEC5-974ED1AC50D6}" dt="2025-08-29T16:53:43.476" v="209" actId="478"/>
          <ac:spMkLst>
            <pc:docMk/>
            <pc:sldMk cId="3385753680" sldId="260"/>
            <ac:spMk id="5" creationId="{E78BA163-CC21-5A6C-5876-6558AE603B57}"/>
          </ac:spMkLst>
        </pc:spChg>
        <pc:spChg chg="add mod">
          <ac:chgData name="Tommaso Ghilardi (Staff)" userId="b9591c49-3913-47aa-a516-44e0ea4248a4" providerId="ADAL" clId="{0D36F859-059A-4DB7-AEC5-974ED1AC50D6}" dt="2025-08-29T17:02:51.446" v="383" actId="1076"/>
          <ac:spMkLst>
            <pc:docMk/>
            <pc:sldMk cId="3385753680" sldId="260"/>
            <ac:spMk id="15" creationId="{DFA300B6-B8C7-EDBD-7039-BF06054D7791}"/>
          </ac:spMkLst>
        </pc:spChg>
        <pc:spChg chg="del mod">
          <ac:chgData name="Tommaso Ghilardi (Staff)" userId="b9591c49-3913-47aa-a516-44e0ea4248a4" providerId="ADAL" clId="{0D36F859-059A-4DB7-AEC5-974ED1AC50D6}" dt="2025-08-29T16:57:08.809" v="264" actId="478"/>
          <ac:spMkLst>
            <pc:docMk/>
            <pc:sldMk cId="3385753680" sldId="260"/>
            <ac:spMk id="30" creationId="{0BFEE132-9003-E1BC-9F57-C3A49C16AC56}"/>
          </ac:spMkLst>
        </pc:spChg>
        <pc:spChg chg="del mod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46" creationId="{5D577444-4004-045D-7A05-42398BC3B111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48" creationId="{941FA761-963D-7074-0F49-89CD7A0ADC8A}"/>
          </ac:spMkLst>
        </pc:spChg>
        <pc:spChg chg="del">
          <ac:chgData name="Tommaso Ghilardi (Staff)" userId="b9591c49-3913-47aa-a516-44e0ea4248a4" providerId="ADAL" clId="{0D36F859-059A-4DB7-AEC5-974ED1AC50D6}" dt="2025-08-29T16:51:10.594" v="14" actId="478"/>
          <ac:spMkLst>
            <pc:docMk/>
            <pc:sldMk cId="3385753680" sldId="260"/>
            <ac:spMk id="55" creationId="{397E92F6-12CB-919D-9579-40A8F87F3152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57" creationId="{48CB3AF2-EDA0-C60B-231C-02F2FE1E50D3}"/>
          </ac:spMkLst>
        </pc:spChg>
        <pc:spChg chg="del">
          <ac:chgData name="Tommaso Ghilardi (Staff)" userId="b9591c49-3913-47aa-a516-44e0ea4248a4" providerId="ADAL" clId="{0D36F859-059A-4DB7-AEC5-974ED1AC50D6}" dt="2025-08-29T16:51:09.157" v="13" actId="478"/>
          <ac:spMkLst>
            <pc:docMk/>
            <pc:sldMk cId="3385753680" sldId="260"/>
            <ac:spMk id="58" creationId="{4CE6EDC1-2D79-C335-0605-9FDB68DA9803}"/>
          </ac:spMkLst>
        </pc:spChg>
        <pc:spChg chg="mod">
          <ac:chgData name="Tommaso Ghilardi (Staff)" userId="b9591c49-3913-47aa-a516-44e0ea4248a4" providerId="ADAL" clId="{0D36F859-059A-4DB7-AEC5-974ED1AC50D6}" dt="2025-08-29T17:02:01.529" v="362" actId="20577"/>
          <ac:spMkLst>
            <pc:docMk/>
            <pc:sldMk cId="3385753680" sldId="260"/>
            <ac:spMk id="59" creationId="{F07EBDBA-B9A2-C1C0-86D1-AF3EBFCB1786}"/>
          </ac:spMkLst>
        </pc:spChg>
        <pc:spChg chg="del">
          <ac:chgData name="Tommaso Ghilardi (Staff)" userId="b9591c49-3913-47aa-a516-44e0ea4248a4" providerId="ADAL" clId="{0D36F859-059A-4DB7-AEC5-974ED1AC50D6}" dt="2025-08-29T16:51:19.208" v="15" actId="478"/>
          <ac:spMkLst>
            <pc:docMk/>
            <pc:sldMk cId="3385753680" sldId="260"/>
            <ac:spMk id="65" creationId="{70F39C8F-F3FF-145F-76A6-F81ED7E104C9}"/>
          </ac:spMkLst>
        </pc:spChg>
        <pc:spChg chg="mod">
          <ac:chgData name="Tommaso Ghilardi (Staff)" userId="b9591c49-3913-47aa-a516-44e0ea4248a4" providerId="ADAL" clId="{0D36F859-059A-4DB7-AEC5-974ED1AC50D6}" dt="2025-08-29T16:53:56.069" v="212" actId="14100"/>
          <ac:spMkLst>
            <pc:docMk/>
            <pc:sldMk cId="3385753680" sldId="260"/>
            <ac:spMk id="103" creationId="{B1A42515-5043-D454-C58F-AD7C1FC354C3}"/>
          </ac:spMkLst>
        </pc:spChg>
        <pc:spChg chg="mod">
          <ac:chgData name="Tommaso Ghilardi (Staff)" userId="b9591c49-3913-47aa-a516-44e0ea4248a4" providerId="ADAL" clId="{0D36F859-059A-4DB7-AEC5-974ED1AC50D6}" dt="2025-08-29T16:51:53.725" v="52" actId="20577"/>
          <ac:spMkLst>
            <pc:docMk/>
            <pc:sldMk cId="3385753680" sldId="260"/>
            <ac:spMk id="160" creationId="{A61DCCA1-F9C2-5B0C-BE08-514DB17B7324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65" creationId="{E18E0C6C-DF41-F5BB-E99B-07D7F78A9468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67" creationId="{2C358D5C-84DC-E6F3-6072-A454B4A6F02C}"/>
          </ac:spMkLst>
        </pc:spChg>
        <pc:spChg chg="mod">
          <ac:chgData name="Tommaso Ghilardi (Staff)" userId="b9591c49-3913-47aa-a516-44e0ea4248a4" providerId="ADAL" clId="{0D36F859-059A-4DB7-AEC5-974ED1AC50D6}" dt="2025-08-29T16:52:16.847" v="110" actId="20577"/>
          <ac:spMkLst>
            <pc:docMk/>
            <pc:sldMk cId="3385753680" sldId="260"/>
            <ac:spMk id="189" creationId="{1BB1A36C-D3DE-6779-160C-EB507B0E1C29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194" creationId="{1C5F7E85-B3CC-DDA0-268F-F46D484256DC}"/>
          </ac:spMkLst>
        </pc:spChg>
        <pc:spChg chg="mod">
          <ac:chgData name="Tommaso Ghilardi (Staff)" userId="b9591c49-3913-47aa-a516-44e0ea4248a4" providerId="ADAL" clId="{0D36F859-059A-4DB7-AEC5-974ED1AC50D6}" dt="2025-08-29T16:53:14.290" v="205" actId="313"/>
          <ac:spMkLst>
            <pc:docMk/>
            <pc:sldMk cId="3385753680" sldId="260"/>
            <ac:spMk id="196" creationId="{131AD033-4BF6-2CB9-2B20-6BCC9C88031E}"/>
          </ac:spMkLst>
        </pc:spChg>
        <pc:spChg chg="mod">
          <ac:chgData name="Tommaso Ghilardi (Staff)" userId="b9591c49-3913-47aa-a516-44e0ea4248a4" providerId="ADAL" clId="{0D36F859-059A-4DB7-AEC5-974ED1AC50D6}" dt="2025-08-29T16:51:33.708" v="20" actId="1076"/>
          <ac:spMkLst>
            <pc:docMk/>
            <pc:sldMk cId="3385753680" sldId="260"/>
            <ac:spMk id="239" creationId="{C7B4A8E9-48E6-E56C-94AA-335BCD028649}"/>
          </ac:spMkLst>
        </pc:spChg>
        <pc:spChg chg="del mod">
          <ac:chgData name="Tommaso Ghilardi (Staff)" userId="b9591c49-3913-47aa-a516-44e0ea4248a4" providerId="ADAL" clId="{0D36F859-059A-4DB7-AEC5-974ED1AC50D6}" dt="2025-08-29T16:56:54.377" v="259" actId="478"/>
          <ac:spMkLst>
            <pc:docMk/>
            <pc:sldMk cId="3385753680" sldId="260"/>
            <ac:spMk id="298" creationId="{71A6DE5D-0C93-458C-DF08-D777E40E24BF}"/>
          </ac:spMkLst>
        </pc:spChg>
        <pc:spChg chg="del mod">
          <ac:chgData name="Tommaso Ghilardi (Staff)" userId="b9591c49-3913-47aa-a516-44e0ea4248a4" providerId="ADAL" clId="{0D36F859-059A-4DB7-AEC5-974ED1AC50D6}" dt="2025-08-29T16:56:53.114" v="258" actId="478"/>
          <ac:spMkLst>
            <pc:docMk/>
            <pc:sldMk cId="3385753680" sldId="260"/>
            <ac:spMk id="299" creationId="{3B6E111B-87B6-88F9-18C1-13F24302E594}"/>
          </ac:spMkLst>
        </pc:spChg>
        <pc:spChg chg="mod">
          <ac:chgData name="Tommaso Ghilardi (Staff)" userId="b9591c49-3913-47aa-a516-44e0ea4248a4" providerId="ADAL" clId="{0D36F859-059A-4DB7-AEC5-974ED1AC50D6}" dt="2025-08-29T17:02:23.980" v="379" actId="6549"/>
          <ac:spMkLst>
            <pc:docMk/>
            <pc:sldMk cId="3385753680" sldId="260"/>
            <ac:spMk id="330" creationId="{06E73439-4535-5659-0077-DCB1656E74B8}"/>
          </ac:spMkLst>
        </pc:spChg>
        <pc:spChg chg="mod">
          <ac:chgData name="Tommaso Ghilardi (Staff)" userId="b9591c49-3913-47aa-a516-44e0ea4248a4" providerId="ADAL" clId="{0D36F859-059A-4DB7-AEC5-974ED1AC50D6}" dt="2025-08-29T17:00:49.626" v="310" actId="1076"/>
          <ac:spMkLst>
            <pc:docMk/>
            <pc:sldMk cId="3385753680" sldId="260"/>
            <ac:spMk id="346" creationId="{6809C222-3E55-5E9F-E93B-09A77EF2B877}"/>
          </ac:spMkLst>
        </pc:spChg>
        <pc:spChg chg="mod">
          <ac:chgData name="Tommaso Ghilardi (Staff)" userId="b9591c49-3913-47aa-a516-44e0ea4248a4" providerId="ADAL" clId="{0D36F859-059A-4DB7-AEC5-974ED1AC50D6}" dt="2025-08-29T17:01:40.297" v="353" actId="20577"/>
          <ac:spMkLst>
            <pc:docMk/>
            <pc:sldMk cId="3385753680" sldId="260"/>
            <ac:spMk id="351" creationId="{6EA7600C-6C54-3105-A18C-9017A16B3D21}"/>
          </ac:spMkLst>
        </pc:spChg>
        <pc:spChg chg="del mod">
          <ac:chgData name="Tommaso Ghilardi (Staff)" userId="b9591c49-3913-47aa-a516-44e0ea4248a4" providerId="ADAL" clId="{0D36F859-059A-4DB7-AEC5-974ED1AC50D6}" dt="2025-08-29T17:03:21.076" v="389" actId="478"/>
          <ac:spMkLst>
            <pc:docMk/>
            <pc:sldMk cId="3385753680" sldId="260"/>
            <ac:spMk id="356" creationId="{F81E4071-9C3F-3936-7A55-54F00982D6CD}"/>
          </ac:spMkLst>
        </pc:spChg>
        <pc:spChg chg="mod">
          <ac:chgData name="Tommaso Ghilardi (Staff)" userId="b9591c49-3913-47aa-a516-44e0ea4248a4" providerId="ADAL" clId="{0D36F859-059A-4DB7-AEC5-974ED1AC50D6}" dt="2025-08-29T17:03:00.198" v="384" actId="1076"/>
          <ac:spMkLst>
            <pc:docMk/>
            <pc:sldMk cId="3385753680" sldId="260"/>
            <ac:spMk id="363" creationId="{9319AFEF-4A5B-08F3-5D86-49BC1B2B3E0B}"/>
          </ac:spMkLst>
        </pc:spChg>
        <pc:spChg chg="mod">
          <ac:chgData name="Tommaso Ghilardi (Staff)" userId="b9591c49-3913-47aa-a516-44e0ea4248a4" providerId="ADAL" clId="{0D36F859-059A-4DB7-AEC5-974ED1AC50D6}" dt="2025-08-29T17:01:49.962" v="357" actId="1076"/>
          <ac:spMkLst>
            <pc:docMk/>
            <pc:sldMk cId="3385753680" sldId="260"/>
            <ac:spMk id="417" creationId="{C673FA4E-BE89-1311-DCFA-DAD53A6CE2E9}"/>
          </ac:spMkLst>
        </pc:sp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49" creationId="{53741F94-459C-38A9-5B3D-5299EC9BB9EB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18" creationId="{B4466213-2FCF-ECC5-A4AD-61265714B9E4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19" creationId="{0B75812E-6228-9FB2-0677-A1BC2146E6D8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31" creationId="{9B7D55D5-2163-A269-CAA1-F4FCA36B15B3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232" creationId="{1E1E8390-A6D5-1777-C487-FCD387CEAE1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28" creationId="{EEAE8B6C-EA69-122F-76F4-A86929B74159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29" creationId="{684E2AF0-08DB-7292-318E-AAED010CED5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86" creationId="{A66B6261-4C85-1A9A-B853-025B22A29C5C}"/>
          </ac:picMkLst>
        </pc:picChg>
        <pc:picChg chg="del mod">
          <ac:chgData name="Tommaso Ghilardi (Staff)" userId="b9591c49-3913-47aa-a516-44e0ea4248a4" providerId="ADAL" clId="{0D36F859-059A-4DB7-AEC5-974ED1AC50D6}" dt="2025-08-29T17:03:21.076" v="389" actId="478"/>
          <ac:picMkLst>
            <pc:docMk/>
            <pc:sldMk cId="3385753680" sldId="260"/>
            <ac:picMk id="387" creationId="{004917E4-DCC6-F5B4-0940-240A6157C6B4}"/>
          </ac:picMkLst>
        </pc:picChg>
        <pc:picChg chg="del">
          <ac:chgData name="Tommaso Ghilardi (Staff)" userId="b9591c49-3913-47aa-a516-44e0ea4248a4" providerId="ADAL" clId="{0D36F859-059A-4DB7-AEC5-974ED1AC50D6}" dt="2025-08-29T16:51:19.208" v="15" actId="478"/>
          <ac:picMkLst>
            <pc:docMk/>
            <pc:sldMk cId="3385753680" sldId="260"/>
            <ac:picMk id="407" creationId="{CB5C006F-95EA-F4DA-4FE5-7FC533EBF55F}"/>
          </ac:picMkLst>
        </pc:picChg>
        <pc:picChg chg="mod">
          <ac:chgData name="Tommaso Ghilardi (Staff)" userId="b9591c49-3913-47aa-a516-44e0ea4248a4" providerId="ADAL" clId="{0D36F859-059A-4DB7-AEC5-974ED1AC50D6}" dt="2025-08-29T17:01:49.962" v="357" actId="1076"/>
          <ac:picMkLst>
            <pc:docMk/>
            <pc:sldMk cId="3385753680" sldId="260"/>
            <ac:picMk id="416" creationId="{8D83BF76-9546-066C-77A5-32747A545941}"/>
          </ac:picMkLst>
        </pc:picChg>
        <pc:cxnChg chg="add del mod">
          <ac:chgData name="Tommaso Ghilardi (Staff)" userId="b9591c49-3913-47aa-a516-44e0ea4248a4" providerId="ADAL" clId="{0D36F859-059A-4DB7-AEC5-974ED1AC50D6}" dt="2025-08-29T16:53:43.476" v="209" actId="478"/>
          <ac:cxnSpMkLst>
            <pc:docMk/>
            <pc:sldMk cId="3385753680" sldId="260"/>
            <ac:cxnSpMk id="4" creationId="{077E0776-C5F5-7692-410C-01E8CFEB20AD}"/>
          </ac:cxnSpMkLst>
        </pc:cxnChg>
        <pc:cxnChg chg="add del mod">
          <ac:chgData name="Tommaso Ghilardi (Staff)" userId="b9591c49-3913-47aa-a516-44e0ea4248a4" providerId="ADAL" clId="{0D36F859-059A-4DB7-AEC5-974ED1AC50D6}" dt="2025-08-29T17:03:13.744" v="388" actId="14100"/>
          <ac:cxnSpMkLst>
            <pc:docMk/>
            <pc:sldMk cId="3385753680" sldId="260"/>
            <ac:cxnSpMk id="6" creationId="{D33B770E-6D91-B9DE-FF27-B21102EDE9B6}"/>
          </ac:cxnSpMkLst>
        </pc:cxnChg>
        <pc:cxnChg chg="del mod">
          <ac:chgData name="Tommaso Ghilardi (Staff)" userId="b9591c49-3913-47aa-a516-44e0ea4248a4" providerId="ADAL" clId="{0D36F859-059A-4DB7-AEC5-974ED1AC50D6}" dt="2025-08-29T16:53:46.003" v="210" actId="478"/>
          <ac:cxnSpMkLst>
            <pc:docMk/>
            <pc:sldMk cId="3385753680" sldId="260"/>
            <ac:cxnSpMk id="7" creationId="{7FC1F429-7D42-ED33-F925-75B747EE298B}"/>
          </ac:cxnSpMkLst>
        </pc:cxnChg>
        <pc:cxnChg chg="mod">
          <ac:chgData name="Tommaso Ghilardi (Staff)" userId="b9591c49-3913-47aa-a516-44e0ea4248a4" providerId="ADAL" clId="{0D36F859-059A-4DB7-AEC5-974ED1AC50D6}" dt="2025-08-29T17:01:08.278" v="316" actId="14100"/>
          <ac:cxnSpMkLst>
            <pc:docMk/>
            <pc:sldMk cId="3385753680" sldId="260"/>
            <ac:cxnSpMk id="42" creationId="{C00EAA6A-967F-B7BB-A566-B570DBCA4121}"/>
          </ac:cxnSpMkLst>
        </pc:cxnChg>
        <pc:cxnChg chg="add mod">
          <ac:chgData name="Tommaso Ghilardi (Staff)" userId="b9591c49-3913-47aa-a516-44e0ea4248a4" providerId="ADAL" clId="{0D36F859-059A-4DB7-AEC5-974ED1AC50D6}" dt="2025-08-29T17:03:00.198" v="384" actId="1076"/>
          <ac:cxnSpMkLst>
            <pc:docMk/>
            <pc:sldMk cId="3385753680" sldId="260"/>
            <ac:cxnSpMk id="44" creationId="{2836FF54-7FB5-3244-0498-FA1DACEB38DF}"/>
          </ac:cxnSpMkLst>
        </pc:cxnChg>
        <pc:cxnChg chg="mod">
          <ac:chgData name="Tommaso Ghilardi (Staff)" userId="b9591c49-3913-47aa-a516-44e0ea4248a4" providerId="ADAL" clId="{0D36F859-059A-4DB7-AEC5-974ED1AC50D6}" dt="2025-08-29T17:02:51.446" v="383" actId="1076"/>
          <ac:cxnSpMkLst>
            <pc:docMk/>
            <pc:sldMk cId="3385753680" sldId="260"/>
            <ac:cxnSpMk id="47" creationId="{4A3CC929-CA90-82AB-8D75-D1AB63940ECD}"/>
          </ac:cxnSpMkLst>
        </pc:cxnChg>
        <pc:cxnChg chg="del mod">
          <ac:chgData name="Tommaso Ghilardi (Staff)" userId="b9591c49-3913-47aa-a516-44e0ea4248a4" providerId="ADAL" clId="{0D36F859-059A-4DB7-AEC5-974ED1AC50D6}" dt="2025-08-29T16:56:00.459" v="248" actId="478"/>
          <ac:cxnSpMkLst>
            <pc:docMk/>
            <pc:sldMk cId="3385753680" sldId="260"/>
            <ac:cxnSpMk id="56" creationId="{4E409A1F-0B0C-A5A5-EC82-02617E2F3C8F}"/>
          </ac:cxnSpMkLst>
        </pc:cxnChg>
        <pc:cxnChg chg="del mod">
          <ac:chgData name="Tommaso Ghilardi (Staff)" userId="b9591c49-3913-47aa-a516-44e0ea4248a4" providerId="ADAL" clId="{0D36F859-059A-4DB7-AEC5-974ED1AC50D6}" dt="2025-08-29T16:55:58.844" v="247" actId="478"/>
          <ac:cxnSpMkLst>
            <pc:docMk/>
            <pc:sldMk cId="3385753680" sldId="260"/>
            <ac:cxnSpMk id="77" creationId="{7A98067A-59E9-9BC9-87FD-E3C716C9B0E0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81" creationId="{496AE5A8-14D6-76BC-E6C9-7EA3D5C74615}"/>
          </ac:cxnSpMkLst>
        </pc:cxnChg>
        <pc:cxnChg chg="add mod">
          <ac:chgData name="Tommaso Ghilardi (Staff)" userId="b9591c49-3913-47aa-a516-44e0ea4248a4" providerId="ADAL" clId="{0D36F859-059A-4DB7-AEC5-974ED1AC50D6}" dt="2025-08-29T17:03:10.345" v="387" actId="14100"/>
          <ac:cxnSpMkLst>
            <pc:docMk/>
            <pc:sldMk cId="3385753680" sldId="260"/>
            <ac:cxnSpMk id="111" creationId="{8B1D3DBF-AFA1-3F17-A964-7072F2A83972}"/>
          </ac:cxnSpMkLst>
        </pc:cxnChg>
        <pc:cxnChg chg="del">
          <ac:chgData name="Tommaso Ghilardi (Staff)" userId="b9591c49-3913-47aa-a516-44e0ea4248a4" providerId="ADAL" clId="{0D36F859-059A-4DB7-AEC5-974ED1AC50D6}" dt="2025-08-29T16:51:20.729" v="16" actId="478"/>
          <ac:cxnSpMkLst>
            <pc:docMk/>
            <pc:sldMk cId="3385753680" sldId="260"/>
            <ac:cxnSpMk id="139" creationId="{30F5EF37-760A-B73C-06F4-3A16004D2AA9}"/>
          </ac:cxnSpMkLst>
        </pc:cxnChg>
        <pc:cxnChg chg="del mod">
          <ac:chgData name="Tommaso Ghilardi (Staff)" userId="b9591c49-3913-47aa-a516-44e0ea4248a4" providerId="ADAL" clId="{0D36F859-059A-4DB7-AEC5-974ED1AC50D6}" dt="2025-08-29T16:51:21.814" v="17" actId="478"/>
          <ac:cxnSpMkLst>
            <pc:docMk/>
            <pc:sldMk cId="3385753680" sldId="260"/>
            <ac:cxnSpMk id="246" creationId="{CDA48363-35EE-FE14-D1FE-FB2C448F110D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255" creationId="{DC3F058D-23BA-7EAB-8CFE-4975D63ADCA9}"/>
          </ac:cxnSpMkLst>
        </pc:cxnChg>
        <pc:cxnChg chg="mod">
          <ac:chgData name="Tommaso Ghilardi (Staff)" userId="b9591c49-3913-47aa-a516-44e0ea4248a4" providerId="ADAL" clId="{0D36F859-059A-4DB7-AEC5-974ED1AC50D6}" dt="2025-08-29T16:51:10.594" v="14" actId="478"/>
          <ac:cxnSpMkLst>
            <pc:docMk/>
            <pc:sldMk cId="3385753680" sldId="260"/>
            <ac:cxnSpMk id="260" creationId="{8E4F25D4-F311-CF38-7A55-7AA629F037C8}"/>
          </ac:cxnSpMkLst>
        </pc:cxnChg>
        <pc:cxnChg chg="mod">
          <ac:chgData name="Tommaso Ghilardi (Staff)" userId="b9591c49-3913-47aa-a516-44e0ea4248a4" providerId="ADAL" clId="{0D36F859-059A-4DB7-AEC5-974ED1AC50D6}" dt="2025-08-29T17:02:51.446" v="383" actId="1076"/>
          <ac:cxnSpMkLst>
            <pc:docMk/>
            <pc:sldMk cId="3385753680" sldId="260"/>
            <ac:cxnSpMk id="304" creationId="{822D1E2E-9485-3C91-2BB2-2AC81CEFBC67}"/>
          </ac:cxnSpMkLst>
        </pc:cxnChg>
        <pc:cxnChg chg="del mod">
          <ac:chgData name="Tommaso Ghilardi (Staff)" userId="b9591c49-3913-47aa-a516-44e0ea4248a4" providerId="ADAL" clId="{0D36F859-059A-4DB7-AEC5-974ED1AC50D6}" dt="2025-08-29T16:56:56.151" v="260" actId="478"/>
          <ac:cxnSpMkLst>
            <pc:docMk/>
            <pc:sldMk cId="3385753680" sldId="260"/>
            <ac:cxnSpMk id="307" creationId="{4EFC1BBF-75F3-F3AD-BF42-45C3017DB253}"/>
          </ac:cxnSpMkLst>
        </pc:cxnChg>
        <pc:cxnChg chg="mod">
          <ac:chgData name="Tommaso Ghilardi (Staff)" userId="b9591c49-3913-47aa-a516-44e0ea4248a4" providerId="ADAL" clId="{0D36F859-059A-4DB7-AEC5-974ED1AC50D6}" dt="2025-08-29T16:55:17.293" v="238" actId="1076"/>
          <ac:cxnSpMkLst>
            <pc:docMk/>
            <pc:sldMk cId="3385753680" sldId="260"/>
            <ac:cxnSpMk id="343" creationId="{B8C07C79-7EFF-6FE1-6526-5CC9627CA14E}"/>
          </ac:cxnSpMkLst>
        </pc:cxnChg>
        <pc:cxnChg chg="mod">
          <ac:chgData name="Tommaso Ghilardi (Staff)" userId="b9591c49-3913-47aa-a516-44e0ea4248a4" providerId="ADAL" clId="{0D36F859-059A-4DB7-AEC5-974ED1AC50D6}" dt="2025-08-29T17:00:49.626" v="310" actId="1076"/>
          <ac:cxnSpMkLst>
            <pc:docMk/>
            <pc:sldMk cId="3385753680" sldId="260"/>
            <ac:cxnSpMk id="347" creationId="{861F0CE3-0B2A-7E23-9376-9E2C88802F94}"/>
          </ac:cxnSpMkLst>
        </pc:cxnChg>
        <pc:cxnChg chg="mod">
          <ac:chgData name="Tommaso Ghilardi (Staff)" userId="b9591c49-3913-47aa-a516-44e0ea4248a4" providerId="ADAL" clId="{0D36F859-059A-4DB7-AEC5-974ED1AC50D6}" dt="2025-08-29T17:03:00.198" v="384" actId="1076"/>
          <ac:cxnSpMkLst>
            <pc:docMk/>
            <pc:sldMk cId="3385753680" sldId="260"/>
            <ac:cxnSpMk id="352" creationId="{CB6E61C5-BC83-A3BD-C4DB-BAC64DD46273}"/>
          </ac:cxnSpMkLst>
        </pc:cxnChg>
        <pc:cxnChg chg="del mod">
          <ac:chgData name="Tommaso Ghilardi (Staff)" userId="b9591c49-3913-47aa-a516-44e0ea4248a4" providerId="ADAL" clId="{0D36F859-059A-4DB7-AEC5-974ED1AC50D6}" dt="2025-08-29T17:03:21.076" v="389" actId="478"/>
          <ac:cxnSpMkLst>
            <pc:docMk/>
            <pc:sldMk cId="3385753680" sldId="260"/>
            <ac:cxnSpMk id="370" creationId="{FB3A4D33-5591-4BC0-C6A4-8420EEDF5EE2}"/>
          </ac:cxnSpMkLst>
        </pc:cxnChg>
        <pc:cxnChg chg="del mod">
          <ac:chgData name="Tommaso Ghilardi (Staff)" userId="b9591c49-3913-47aa-a516-44e0ea4248a4" providerId="ADAL" clId="{0D36F859-059A-4DB7-AEC5-974ED1AC50D6}" dt="2025-08-29T16:56:39.988" v="254" actId="478"/>
          <ac:cxnSpMkLst>
            <pc:docMk/>
            <pc:sldMk cId="3385753680" sldId="260"/>
            <ac:cxnSpMk id="380" creationId="{C0EDC56A-07D7-E80D-014E-12CF479B2423}"/>
          </ac:cxnSpMkLst>
        </pc:cxnChg>
        <pc:cxnChg chg="del mod">
          <ac:chgData name="Tommaso Ghilardi (Staff)" userId="b9591c49-3913-47aa-a516-44e0ea4248a4" providerId="ADAL" clId="{0D36F859-059A-4DB7-AEC5-974ED1AC50D6}" dt="2025-08-29T16:56:02.784" v="249" actId="478"/>
          <ac:cxnSpMkLst>
            <pc:docMk/>
            <pc:sldMk cId="3385753680" sldId="260"/>
            <ac:cxnSpMk id="389" creationId="{0CD123E9-D16A-162A-4B74-E03D8E0A6DD4}"/>
          </ac:cxnSpMkLst>
        </pc:cxnChg>
      </pc:sldChg>
    </pc:docChg>
  </pc:docChgLst>
  <pc:docChgLst>
    <pc:chgData name="Tommaso Ghilardi (Staff)" userId="b9591c49-3913-47aa-a516-44e0ea4248a4" providerId="ADAL" clId="{DD8FC568-E9AF-49E1-B5DF-3280526414D3}"/>
    <pc:docChg chg="undo redo custSel addSld delSld modSld modMainMaster">
      <pc:chgData name="Tommaso Ghilardi (Staff)" userId="b9591c49-3913-47aa-a516-44e0ea4248a4" providerId="ADAL" clId="{DD8FC568-E9AF-49E1-B5DF-3280526414D3}" dt="2025-06-20T21:15:30.126" v="602"/>
      <pc:docMkLst>
        <pc:docMk/>
      </pc:docMkLst>
      <pc:sldChg chg="del">
        <pc:chgData name="Tommaso Ghilardi (Staff)" userId="b9591c49-3913-47aa-a516-44e0ea4248a4" providerId="ADAL" clId="{DD8FC568-E9AF-49E1-B5DF-3280526414D3}" dt="2025-06-20T20:42:34.878" v="0" actId="47"/>
        <pc:sldMkLst>
          <pc:docMk/>
          <pc:sldMk cId="109857222" sldId="256"/>
        </pc:sldMkLst>
      </pc:sldChg>
      <pc:sldChg chg="del">
        <pc:chgData name="Tommaso Ghilardi (Staff)" userId="b9591c49-3913-47aa-a516-44e0ea4248a4" providerId="ADAL" clId="{DD8FC568-E9AF-49E1-B5DF-3280526414D3}" dt="2025-06-20T20:42:36.823" v="1" actId="47"/>
        <pc:sldMkLst>
          <pc:docMk/>
          <pc:sldMk cId="3724613656" sldId="258"/>
        </pc:sldMkLst>
      </pc:sldChg>
      <pc:sldChg chg="addSp delSp modSp mod">
        <pc:chgData name="Tommaso Ghilardi (Staff)" userId="b9591c49-3913-47aa-a516-44e0ea4248a4" providerId="ADAL" clId="{DD8FC568-E9AF-49E1-B5DF-3280526414D3}" dt="2025-06-20T21:15:30.126" v="602"/>
        <pc:sldMkLst>
          <pc:docMk/>
          <pc:sldMk cId="1204861259" sldId="259"/>
        </pc:sldMkLst>
      </pc:sldChg>
      <pc:sldChg chg="add del">
        <pc:chgData name="Tommaso Ghilardi (Staff)" userId="b9591c49-3913-47aa-a516-44e0ea4248a4" providerId="ADAL" clId="{DD8FC568-E9AF-49E1-B5DF-3280526414D3}" dt="2025-06-20T21:05:42.567" v="502" actId="47"/>
        <pc:sldMkLst>
          <pc:docMk/>
          <pc:sldMk cId="2828694373" sldId="260"/>
        </pc:sldMkLst>
      </pc:sldChg>
      <pc:sldMasterChg chg="modSp modSldLayout">
        <pc:chgData name="Tommaso Ghilardi (Staff)" userId="b9591c49-3913-47aa-a516-44e0ea4248a4" providerId="ADAL" clId="{DD8FC568-E9AF-49E1-B5DF-3280526414D3}" dt="2025-06-20T21:15:30.126" v="602"/>
        <pc:sldMasterMkLst>
          <pc:docMk/>
          <pc:sldMasterMk cId="1786956075" sldId="2147483732"/>
        </pc:sldMasterMkLst>
        <pc:spChg chg="mod">
          <ac:chgData name="Tommaso Ghilardi (Staff)" userId="b9591c49-3913-47aa-a516-44e0ea4248a4" providerId="ADAL" clId="{DD8FC568-E9AF-49E1-B5DF-3280526414D3}" dt="2025-06-20T21:15:30.126" v="602"/>
          <ac:spMkLst>
            <pc:docMk/>
            <pc:sldMasterMk cId="1786956075" sldId="2147483732"/>
            <ac:spMk id="2" creationId="{00000000-0000-0000-0000-000000000000}"/>
          </ac:spMkLst>
        </pc:spChg>
        <pc:spChg chg="mod">
          <ac:chgData name="Tommaso Ghilardi (Staff)" userId="b9591c49-3913-47aa-a516-44e0ea4248a4" providerId="ADAL" clId="{DD8FC568-E9AF-49E1-B5DF-3280526414D3}" dt="2025-06-20T21:15:30.126" v="602"/>
          <ac:spMkLst>
            <pc:docMk/>
            <pc:sldMasterMk cId="1786956075" sldId="2147483732"/>
            <ac:spMk id="3" creationId="{00000000-0000-0000-0000-000000000000}"/>
          </ac:spMkLst>
        </pc:spChg>
        <pc:spChg chg="mod">
          <ac:chgData name="Tommaso Ghilardi (Staff)" userId="b9591c49-3913-47aa-a516-44e0ea4248a4" providerId="ADAL" clId="{DD8FC568-E9AF-49E1-B5DF-3280526414D3}" dt="2025-06-20T21:15:30.126" v="602"/>
          <ac:spMkLst>
            <pc:docMk/>
            <pc:sldMasterMk cId="1786956075" sldId="2147483732"/>
            <ac:spMk id="4" creationId="{00000000-0000-0000-0000-000000000000}"/>
          </ac:spMkLst>
        </pc:spChg>
        <pc:spChg chg="mod">
          <ac:chgData name="Tommaso Ghilardi (Staff)" userId="b9591c49-3913-47aa-a516-44e0ea4248a4" providerId="ADAL" clId="{DD8FC568-E9AF-49E1-B5DF-3280526414D3}" dt="2025-06-20T21:15:30.126" v="602"/>
          <ac:spMkLst>
            <pc:docMk/>
            <pc:sldMasterMk cId="1786956075" sldId="2147483732"/>
            <ac:spMk id="5" creationId="{00000000-0000-0000-0000-000000000000}"/>
          </ac:spMkLst>
        </pc:spChg>
        <pc:spChg chg="mod">
          <ac:chgData name="Tommaso Ghilardi (Staff)" userId="b9591c49-3913-47aa-a516-44e0ea4248a4" providerId="ADAL" clId="{DD8FC568-E9AF-49E1-B5DF-3280526414D3}" dt="2025-06-20T21:15:30.126" v="602"/>
          <ac:spMkLst>
            <pc:docMk/>
            <pc:sldMasterMk cId="1786956075" sldId="2147483732"/>
            <ac:spMk id="6" creationId="{00000000-0000-0000-0000-000000000000}"/>
          </ac:spMkLst>
        </pc:sp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3397466787" sldId="2147483733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3397466787" sldId="2147483733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3397466787" sldId="2147483733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1388463586" sldId="2147483735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1388463586" sldId="2147483735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1388463586" sldId="2147483735"/>
              <ac:spMk id="3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4058901221" sldId="2147483736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4058901221" sldId="2147483736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4058901221" sldId="2147483736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2797219153" sldId="2147483737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97219153" sldId="2147483737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97219153" sldId="2147483737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97219153" sldId="2147483737"/>
              <ac:spMk id="4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97219153" sldId="2147483737"/>
              <ac:spMk id="5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97219153" sldId="2147483737"/>
              <ac:spMk id="6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2744220517" sldId="2147483740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44220517" sldId="2147483740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44220517" sldId="2147483740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2744220517" sldId="2147483740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3653992267" sldId="2147483741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3653992267" sldId="2147483741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3653992267" sldId="2147483741"/>
              <ac:spMk id="3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3653992267" sldId="2147483741"/>
              <ac:spMk id="4" creationId="{00000000-0000-0000-0000-000000000000}"/>
            </ac:spMkLst>
          </pc:spChg>
        </pc:sldLayoutChg>
        <pc:sldLayoutChg chg="modSp">
          <pc:chgData name="Tommaso Ghilardi (Staff)" userId="b9591c49-3913-47aa-a516-44e0ea4248a4" providerId="ADAL" clId="{DD8FC568-E9AF-49E1-B5DF-3280526414D3}" dt="2025-06-20T21:15:30.126" v="602"/>
          <pc:sldLayoutMkLst>
            <pc:docMk/>
            <pc:sldMasterMk cId="1786956075" sldId="2147483732"/>
            <pc:sldLayoutMk cId="67552525" sldId="2147483743"/>
          </pc:sldLayoutMkLst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67552525" sldId="2147483743"/>
              <ac:spMk id="2" creationId="{00000000-0000-0000-0000-000000000000}"/>
            </ac:spMkLst>
          </pc:spChg>
          <pc:spChg chg="mod">
            <ac:chgData name="Tommaso Ghilardi (Staff)" userId="b9591c49-3913-47aa-a516-44e0ea4248a4" providerId="ADAL" clId="{DD8FC568-E9AF-49E1-B5DF-3280526414D3}" dt="2025-06-20T21:15:30.126" v="602"/>
            <ac:spMkLst>
              <pc:docMk/>
              <pc:sldMasterMk cId="1786956075" sldId="2147483732"/>
              <pc:sldLayoutMk cId="67552525" sldId="2147483743"/>
              <ac:spMk id="3" creationId="{00000000-0000-0000-0000-000000000000}"/>
            </ac:spMkLst>
          </pc:spChg>
        </pc:sldLayoutChg>
      </pc:sldMasterChg>
      <pc:sldMasterChg chg="modSp modSldLayout">
        <pc:chgData name="Tommaso Ghilardi (Staff)" userId="b9591c49-3913-47aa-a516-44e0ea4248a4" providerId="ADAL" clId="{DD8FC568-E9AF-49E1-B5DF-3280526414D3}" dt="2025-06-20T21:15:07.568" v="598"/>
        <pc:sldMasterMkLst>
          <pc:docMk/>
          <pc:sldMasterMk cId="609285299" sldId="2147483744"/>
        </pc:sldMasterMkLst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984065943" sldId="2147483745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653698925" sldId="2147483747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650711753" sldId="2147483748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381954735" sldId="2147483749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519690384" sldId="2147483752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736686146" sldId="2147483753"/>
          </pc:sldLayoutMkLst>
        </pc:sldLayoutChg>
        <pc:sldLayoutChg chg="modSp">
          <pc:chgData name="Tommaso Ghilardi (Staff)" userId="b9591c49-3913-47aa-a516-44e0ea4248a4" providerId="ADAL" clId="{DD8FC568-E9AF-49E1-B5DF-3280526414D3}" dt="2025-06-20T21:15:07.568" v="598"/>
          <pc:sldLayoutMkLst>
            <pc:docMk/>
            <pc:sldMasterMk cId="609285299" sldId="2147483744"/>
            <pc:sldLayoutMk cId="1637115387" sldId="21474837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3829546"/>
            <a:ext cx="10709990" cy="8146580"/>
          </a:xfrm>
        </p:spPr>
        <p:txBody>
          <a:bodyPr anchor="b"/>
          <a:lstStyle>
            <a:lvl1pPr algn="ctr">
              <a:defRPr sz="8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5005" y="12290291"/>
            <a:ext cx="9449991" cy="5649520"/>
          </a:xfrm>
        </p:spPr>
        <p:txBody>
          <a:bodyPr/>
          <a:lstStyle>
            <a:lvl1pPr marL="0" indent="0" algn="ctr">
              <a:buNone/>
              <a:defRPr sz="3309"/>
            </a:lvl1pPr>
            <a:lvl2pPr marL="630106" indent="0" algn="ctr">
              <a:buNone/>
              <a:defRPr sz="2757"/>
            </a:lvl2pPr>
            <a:lvl3pPr marL="1260213" indent="0" algn="ctr">
              <a:buNone/>
              <a:defRPr sz="2481"/>
            </a:lvl3pPr>
            <a:lvl4pPr marL="1890319" indent="0" algn="ctr">
              <a:buNone/>
              <a:defRPr sz="2205"/>
            </a:lvl4pPr>
            <a:lvl5pPr marL="2520424" indent="0" algn="ctr">
              <a:buNone/>
              <a:defRPr sz="2205"/>
            </a:lvl5pPr>
            <a:lvl6pPr marL="3150532" indent="0" algn="ctr">
              <a:buNone/>
              <a:defRPr sz="2205"/>
            </a:lvl6pPr>
            <a:lvl7pPr marL="3780638" indent="0" algn="ctr">
              <a:buNone/>
              <a:defRPr sz="2205"/>
            </a:lvl7pPr>
            <a:lvl8pPr marL="4410743" indent="0" algn="ctr">
              <a:buNone/>
              <a:defRPr sz="2205"/>
            </a:lvl8pPr>
            <a:lvl9pPr marL="5040851" indent="0" algn="ctr">
              <a:buNone/>
              <a:defRPr sz="22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6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4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5833695"/>
            <a:ext cx="10867490" cy="9733645"/>
          </a:xfrm>
        </p:spPr>
        <p:txBody>
          <a:bodyPr anchor="b"/>
          <a:lstStyle>
            <a:lvl1pPr>
              <a:defRPr sz="8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15659424"/>
            <a:ext cx="10867490" cy="5118694"/>
          </a:xfrm>
        </p:spPr>
        <p:txBody>
          <a:bodyPr/>
          <a:lstStyle>
            <a:lvl1pPr marL="0" indent="0">
              <a:buNone/>
              <a:defRPr sz="3309">
                <a:solidFill>
                  <a:schemeClr val="tx1">
                    <a:tint val="82000"/>
                  </a:schemeClr>
                </a:solidFill>
              </a:defRPr>
            </a:lvl1pPr>
            <a:lvl2pPr marL="630106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2pPr>
            <a:lvl3pPr marL="1260213" indent="0">
              <a:buNone/>
              <a:defRPr sz="2481">
                <a:solidFill>
                  <a:schemeClr val="tx1">
                    <a:tint val="82000"/>
                  </a:schemeClr>
                </a:solidFill>
              </a:defRPr>
            </a:lvl3pPr>
            <a:lvl4pPr marL="1890319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4pPr>
            <a:lvl5pPr marL="2520424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5pPr>
            <a:lvl6pPr marL="315053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6pPr>
            <a:lvl7pPr marL="3780638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7pPr>
            <a:lvl8pPr marL="441074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8pPr>
            <a:lvl9pPr marL="5040851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46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6229100"/>
            <a:ext cx="5354995" cy="1484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50" y="6229100"/>
            <a:ext cx="5354995" cy="1484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90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245825"/>
            <a:ext cx="10867490" cy="4522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8" y="5736192"/>
            <a:ext cx="5330385" cy="2811218"/>
          </a:xfrm>
        </p:spPr>
        <p:txBody>
          <a:bodyPr anchor="b"/>
          <a:lstStyle>
            <a:lvl1pPr marL="0" indent="0">
              <a:buNone/>
              <a:defRPr sz="3309" b="1"/>
            </a:lvl1pPr>
            <a:lvl2pPr marL="630106" indent="0">
              <a:buNone/>
              <a:defRPr sz="2757" b="1"/>
            </a:lvl2pPr>
            <a:lvl3pPr marL="1260213" indent="0">
              <a:buNone/>
              <a:defRPr sz="2481" b="1"/>
            </a:lvl3pPr>
            <a:lvl4pPr marL="1890319" indent="0">
              <a:buNone/>
              <a:defRPr sz="2205" b="1"/>
            </a:lvl4pPr>
            <a:lvl5pPr marL="2520424" indent="0">
              <a:buNone/>
              <a:defRPr sz="2205" b="1"/>
            </a:lvl5pPr>
            <a:lvl6pPr marL="3150532" indent="0">
              <a:buNone/>
              <a:defRPr sz="2205" b="1"/>
            </a:lvl6pPr>
            <a:lvl7pPr marL="3780638" indent="0">
              <a:buNone/>
              <a:defRPr sz="2205" b="1"/>
            </a:lvl7pPr>
            <a:lvl8pPr marL="4410743" indent="0">
              <a:buNone/>
              <a:defRPr sz="2205" b="1"/>
            </a:lvl8pPr>
            <a:lvl9pPr marL="5040851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8" y="8547412"/>
            <a:ext cx="5330385" cy="12571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5736192"/>
            <a:ext cx="5356636" cy="2811218"/>
          </a:xfrm>
        </p:spPr>
        <p:txBody>
          <a:bodyPr anchor="b"/>
          <a:lstStyle>
            <a:lvl1pPr marL="0" indent="0">
              <a:buNone/>
              <a:defRPr sz="3309" b="1"/>
            </a:lvl1pPr>
            <a:lvl2pPr marL="630106" indent="0">
              <a:buNone/>
              <a:defRPr sz="2757" b="1"/>
            </a:lvl2pPr>
            <a:lvl3pPr marL="1260213" indent="0">
              <a:buNone/>
              <a:defRPr sz="2481" b="1"/>
            </a:lvl3pPr>
            <a:lvl4pPr marL="1890319" indent="0">
              <a:buNone/>
              <a:defRPr sz="2205" b="1"/>
            </a:lvl4pPr>
            <a:lvl5pPr marL="2520424" indent="0">
              <a:buNone/>
              <a:defRPr sz="2205" b="1"/>
            </a:lvl5pPr>
            <a:lvl6pPr marL="3150532" indent="0">
              <a:buNone/>
              <a:defRPr sz="2205" b="1"/>
            </a:lvl6pPr>
            <a:lvl7pPr marL="3780638" indent="0">
              <a:buNone/>
              <a:defRPr sz="2205" b="1"/>
            </a:lvl7pPr>
            <a:lvl8pPr marL="4410743" indent="0">
              <a:buNone/>
              <a:defRPr sz="2205" b="1"/>
            </a:lvl8pPr>
            <a:lvl9pPr marL="5040851" indent="0">
              <a:buNone/>
              <a:defRPr sz="22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8547412"/>
            <a:ext cx="5356636" cy="12571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21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24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38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559985"/>
            <a:ext cx="4063824" cy="5459941"/>
          </a:xfrm>
        </p:spPr>
        <p:txBody>
          <a:bodyPr anchor="b"/>
          <a:lstStyle>
            <a:lvl1pPr>
              <a:defRPr sz="44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3369137"/>
            <a:ext cx="6378744" cy="16628989"/>
          </a:xfrm>
        </p:spPr>
        <p:txBody>
          <a:bodyPr/>
          <a:lstStyle>
            <a:lvl1pPr>
              <a:defRPr sz="4412"/>
            </a:lvl1pPr>
            <a:lvl2pPr>
              <a:defRPr sz="3859"/>
            </a:lvl2pPr>
            <a:lvl3pPr>
              <a:defRPr sz="3309"/>
            </a:lvl3pPr>
            <a:lvl4pPr>
              <a:defRPr sz="2757"/>
            </a:lvl4pPr>
            <a:lvl5pPr>
              <a:defRPr sz="2757"/>
            </a:lvl5pPr>
            <a:lvl6pPr>
              <a:defRPr sz="2757"/>
            </a:lvl6pPr>
            <a:lvl7pPr>
              <a:defRPr sz="2757"/>
            </a:lvl7pPr>
            <a:lvl8pPr>
              <a:defRPr sz="2757"/>
            </a:lvl8pPr>
            <a:lvl9pPr>
              <a:defRPr sz="27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7019928"/>
            <a:ext cx="4063824" cy="13005279"/>
          </a:xfrm>
        </p:spPr>
        <p:txBody>
          <a:bodyPr/>
          <a:lstStyle>
            <a:lvl1pPr marL="0" indent="0">
              <a:buNone/>
              <a:defRPr sz="2205"/>
            </a:lvl1pPr>
            <a:lvl2pPr marL="630106" indent="0">
              <a:buNone/>
              <a:defRPr sz="1929"/>
            </a:lvl2pPr>
            <a:lvl3pPr marL="1260213" indent="0">
              <a:buNone/>
              <a:defRPr sz="1654"/>
            </a:lvl3pPr>
            <a:lvl4pPr marL="1890319" indent="0">
              <a:buNone/>
              <a:defRPr sz="1378"/>
            </a:lvl4pPr>
            <a:lvl5pPr marL="2520424" indent="0">
              <a:buNone/>
              <a:defRPr sz="1378"/>
            </a:lvl5pPr>
            <a:lvl6pPr marL="3150532" indent="0">
              <a:buNone/>
              <a:defRPr sz="1378"/>
            </a:lvl6pPr>
            <a:lvl7pPr marL="3780638" indent="0">
              <a:buNone/>
              <a:defRPr sz="1378"/>
            </a:lvl7pPr>
            <a:lvl8pPr marL="4410743" indent="0">
              <a:buNone/>
              <a:defRPr sz="1378"/>
            </a:lvl8pPr>
            <a:lvl9pPr marL="5040851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22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559985"/>
            <a:ext cx="4063824" cy="5459941"/>
          </a:xfrm>
        </p:spPr>
        <p:txBody>
          <a:bodyPr anchor="b"/>
          <a:lstStyle>
            <a:lvl1pPr>
              <a:defRPr sz="44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3369137"/>
            <a:ext cx="6378744" cy="16628989"/>
          </a:xfrm>
        </p:spPr>
        <p:txBody>
          <a:bodyPr anchor="t"/>
          <a:lstStyle>
            <a:lvl1pPr marL="0" indent="0">
              <a:buNone/>
              <a:defRPr sz="4412"/>
            </a:lvl1pPr>
            <a:lvl2pPr marL="630106" indent="0">
              <a:buNone/>
              <a:defRPr sz="3859"/>
            </a:lvl2pPr>
            <a:lvl3pPr marL="1260213" indent="0">
              <a:buNone/>
              <a:defRPr sz="3309"/>
            </a:lvl3pPr>
            <a:lvl4pPr marL="1890319" indent="0">
              <a:buNone/>
              <a:defRPr sz="2757"/>
            </a:lvl4pPr>
            <a:lvl5pPr marL="2520424" indent="0">
              <a:buNone/>
              <a:defRPr sz="2757"/>
            </a:lvl5pPr>
            <a:lvl6pPr marL="3150532" indent="0">
              <a:buNone/>
              <a:defRPr sz="2757"/>
            </a:lvl6pPr>
            <a:lvl7pPr marL="3780638" indent="0">
              <a:buNone/>
              <a:defRPr sz="2757"/>
            </a:lvl7pPr>
            <a:lvl8pPr marL="4410743" indent="0">
              <a:buNone/>
              <a:defRPr sz="2757"/>
            </a:lvl8pPr>
            <a:lvl9pPr marL="5040851" indent="0">
              <a:buNone/>
              <a:defRPr sz="27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7019928"/>
            <a:ext cx="4063824" cy="13005279"/>
          </a:xfrm>
        </p:spPr>
        <p:txBody>
          <a:bodyPr/>
          <a:lstStyle>
            <a:lvl1pPr marL="0" indent="0">
              <a:buNone/>
              <a:defRPr sz="2205"/>
            </a:lvl1pPr>
            <a:lvl2pPr marL="630106" indent="0">
              <a:buNone/>
              <a:defRPr sz="1929"/>
            </a:lvl2pPr>
            <a:lvl3pPr marL="1260213" indent="0">
              <a:buNone/>
              <a:defRPr sz="1654"/>
            </a:lvl3pPr>
            <a:lvl4pPr marL="1890319" indent="0">
              <a:buNone/>
              <a:defRPr sz="1378"/>
            </a:lvl4pPr>
            <a:lvl5pPr marL="2520424" indent="0">
              <a:buNone/>
              <a:defRPr sz="1378"/>
            </a:lvl5pPr>
            <a:lvl6pPr marL="3150532" indent="0">
              <a:buNone/>
              <a:defRPr sz="1378"/>
            </a:lvl6pPr>
            <a:lvl7pPr marL="3780638" indent="0">
              <a:buNone/>
              <a:defRPr sz="1378"/>
            </a:lvl7pPr>
            <a:lvl8pPr marL="4410743" indent="0">
              <a:buNone/>
              <a:defRPr sz="1378"/>
            </a:lvl8pPr>
            <a:lvl9pPr marL="5040851" indent="0">
              <a:buNone/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99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9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1245822"/>
            <a:ext cx="2716872" cy="19830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6" y="1245822"/>
            <a:ext cx="7993117" cy="19830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5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1245825"/>
            <a:ext cx="10867490" cy="4522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6229100"/>
            <a:ext cx="10867490" cy="14846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55" y="21688109"/>
            <a:ext cx="2834997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21688109"/>
            <a:ext cx="4252496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8" y="21688109"/>
            <a:ext cx="2834997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95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6021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53" indent="-315053" algn="l" defTabSz="126021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9" kern="1200">
          <a:solidFill>
            <a:schemeClr val="tx1"/>
          </a:solidFill>
          <a:latin typeface="+mn-lt"/>
          <a:ea typeface="+mn-ea"/>
          <a:cs typeface="+mn-cs"/>
        </a:defRPr>
      </a:lvl1pPr>
      <a:lvl2pPr marL="945159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9" kern="1200">
          <a:solidFill>
            <a:schemeClr val="tx1"/>
          </a:solidFill>
          <a:latin typeface="+mn-lt"/>
          <a:ea typeface="+mn-ea"/>
          <a:cs typeface="+mn-cs"/>
        </a:defRPr>
      </a:lvl2pPr>
      <a:lvl3pPr marL="1575266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7" kern="1200">
          <a:solidFill>
            <a:schemeClr val="tx1"/>
          </a:solidFill>
          <a:latin typeface="+mn-lt"/>
          <a:ea typeface="+mn-ea"/>
          <a:cs typeface="+mn-cs"/>
        </a:defRPr>
      </a:lvl3pPr>
      <a:lvl4pPr marL="2205372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4pPr>
      <a:lvl5pPr marL="2835478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5pPr>
      <a:lvl6pPr marL="3465585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6pPr>
      <a:lvl7pPr marL="4095691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7pPr>
      <a:lvl8pPr marL="4725797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8pPr>
      <a:lvl9pPr marL="5355904" indent="-315053" algn="l" defTabSz="12602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1pPr>
      <a:lvl2pPr marL="630106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2pPr>
      <a:lvl3pPr marL="1260213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3pPr>
      <a:lvl4pPr marL="1890319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4pPr>
      <a:lvl5pPr marL="2520424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5pPr>
      <a:lvl6pPr marL="3150532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6pPr>
      <a:lvl7pPr marL="3780638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7pPr>
      <a:lvl8pPr marL="4410743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8pPr>
      <a:lvl9pPr marL="5040851" algn="l" defTabSz="1260213" rtl="0" eaLnBrk="1" latinLnBrk="0" hangingPunct="1">
        <a:defRPr sz="24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start.org/CONTENT/GettingStarted/GettingStartedWithPython.html#installing-python-packages" TargetMode="External"/><Relationship Id="rId13" Type="http://schemas.openxmlformats.org/officeDocument/2006/relationships/hyperlink" Target="https://devstart.org/CONTENT/GettingStarted/GettingStartedWithPsychopy.html#psychopy-standalone" TargetMode="External"/><Relationship Id="rId18" Type="http://schemas.openxmlformats.org/officeDocument/2006/relationships/image" Target="../media/image10.svg"/><Relationship Id="rId3" Type="http://schemas.openxmlformats.org/officeDocument/2006/relationships/image" Target="../media/image2.png"/><Relationship Id="rId21" Type="http://schemas.openxmlformats.org/officeDocument/2006/relationships/hyperlink" Target="https://devstart.org/CONTENT/GettingStarted/GettingStartedWithPsychopy.html#miniconda" TargetMode="External"/><Relationship Id="rId7" Type="http://schemas.openxmlformats.org/officeDocument/2006/relationships/hyperlink" Target="https://devstart.org/CONTENT/GettingStarted/GettingStartedWithPython.html#managing-environments" TargetMode="External"/><Relationship Id="rId12" Type="http://schemas.openxmlformats.org/officeDocument/2006/relationships/image" Target="../media/image7.sv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hyperlink" Target="https://devstart.freeflarum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start.org/CONTENT/GettingStarted/GettingStartedWithPython.html#miniconda" TargetMode="External"/><Relationship Id="rId11" Type="http://schemas.openxmlformats.org/officeDocument/2006/relationships/image" Target="../media/image6.png"/><Relationship Id="rId24" Type="http://schemas.openxmlformats.org/officeDocument/2006/relationships/hyperlink" Target="https://discourse.psychopy.org/tag/forum" TargetMode="External"/><Relationship Id="rId5" Type="http://schemas.openxmlformats.org/officeDocument/2006/relationships/hyperlink" Target="https://www.psychopy.org/" TargetMode="External"/><Relationship Id="rId15" Type="http://schemas.openxmlformats.org/officeDocument/2006/relationships/hyperlink" Target="https://media.tenor.com/Iccl_wfwIdwAAAAM/despicable-me-minions.gif" TargetMode="External"/><Relationship Id="rId23" Type="http://schemas.openxmlformats.org/officeDocument/2006/relationships/image" Target="../media/image12.png"/><Relationship Id="rId10" Type="http://schemas.openxmlformats.org/officeDocument/2006/relationships/image" Target="../media/image5.svg"/><Relationship Id="rId19" Type="http://schemas.openxmlformats.org/officeDocument/2006/relationships/hyperlink" Target="mailto:t.ghilardi@bbk.ac.uk,Francesco.Poli@mrc-cbu.cam.ac.uk,g.serino@bbk.ac.uk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14" Type="http://schemas.openxmlformats.org/officeDocument/2006/relationships/hyperlink" Target="https://devstart.org/CONTENT/GettingStarted/GettingStartedWithPsychopy.html#check-psychopy-installation" TargetMode="External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EBCB-592B-5B1A-DD57-1BFBD6C8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97629C5-F4DB-BAC4-2A57-6CD15264E809}"/>
              </a:ext>
            </a:extLst>
          </p:cNvPr>
          <p:cNvCxnSpPr>
            <a:cxnSpLocks/>
          </p:cNvCxnSpPr>
          <p:nvPr/>
        </p:nvCxnSpPr>
        <p:spPr>
          <a:xfrm>
            <a:off x="1196284" y="4117131"/>
            <a:ext cx="0" cy="336618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AB53003C-B479-D972-858A-998AF37B4D0B}"/>
              </a:ext>
            </a:extLst>
          </p:cNvPr>
          <p:cNvSpPr/>
          <p:nvPr/>
        </p:nvSpPr>
        <p:spPr>
          <a:xfrm>
            <a:off x="449943" y="7464164"/>
            <a:ext cx="7129802" cy="7553828"/>
          </a:xfrm>
          <a:custGeom>
            <a:avLst/>
            <a:gdLst>
              <a:gd name="connsiteX0" fmla="*/ 0 w 7129802"/>
              <a:gd name="connsiteY0" fmla="*/ 1057706 h 7553828"/>
              <a:gd name="connsiteX1" fmla="*/ 1057706 w 7129802"/>
              <a:gd name="connsiteY1" fmla="*/ 0 h 7553828"/>
              <a:gd name="connsiteX2" fmla="*/ 6072096 w 7129802"/>
              <a:gd name="connsiteY2" fmla="*/ 0 h 7553828"/>
              <a:gd name="connsiteX3" fmla="*/ 7129802 w 7129802"/>
              <a:gd name="connsiteY3" fmla="*/ 1057706 h 7553828"/>
              <a:gd name="connsiteX4" fmla="*/ 7129802 w 7129802"/>
              <a:gd name="connsiteY4" fmla="*/ 6496122 h 7553828"/>
              <a:gd name="connsiteX5" fmla="*/ 6072096 w 7129802"/>
              <a:gd name="connsiteY5" fmla="*/ 7553828 h 7553828"/>
              <a:gd name="connsiteX6" fmla="*/ 1057706 w 7129802"/>
              <a:gd name="connsiteY6" fmla="*/ 7553828 h 7553828"/>
              <a:gd name="connsiteX7" fmla="*/ 0 w 7129802"/>
              <a:gd name="connsiteY7" fmla="*/ 6496122 h 7553828"/>
              <a:gd name="connsiteX8" fmla="*/ 0 w 7129802"/>
              <a:gd name="connsiteY8" fmla="*/ 1057706 h 755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29802" h="7553828" fill="none" extrusionOk="0">
                <a:moveTo>
                  <a:pt x="0" y="1057706"/>
                </a:moveTo>
                <a:cubicBezTo>
                  <a:pt x="-106110" y="480913"/>
                  <a:pt x="547854" y="-6767"/>
                  <a:pt x="1057706" y="0"/>
                </a:cubicBezTo>
                <a:cubicBezTo>
                  <a:pt x="3351547" y="-76428"/>
                  <a:pt x="4985300" y="-98079"/>
                  <a:pt x="6072096" y="0"/>
                </a:cubicBezTo>
                <a:cubicBezTo>
                  <a:pt x="6665336" y="110597"/>
                  <a:pt x="7036481" y="437697"/>
                  <a:pt x="7129802" y="1057706"/>
                </a:cubicBezTo>
                <a:cubicBezTo>
                  <a:pt x="7088587" y="3046741"/>
                  <a:pt x="7090434" y="5358333"/>
                  <a:pt x="7129802" y="6496122"/>
                </a:cubicBezTo>
                <a:cubicBezTo>
                  <a:pt x="7148458" y="6983391"/>
                  <a:pt x="6744077" y="7624494"/>
                  <a:pt x="6072096" y="7553828"/>
                </a:cubicBezTo>
                <a:cubicBezTo>
                  <a:pt x="4445126" y="7507881"/>
                  <a:pt x="3558262" y="7632989"/>
                  <a:pt x="1057706" y="7553828"/>
                </a:cubicBezTo>
                <a:cubicBezTo>
                  <a:pt x="521187" y="7576718"/>
                  <a:pt x="52274" y="6997593"/>
                  <a:pt x="0" y="6496122"/>
                </a:cubicBezTo>
                <a:cubicBezTo>
                  <a:pt x="-115066" y="5056403"/>
                  <a:pt x="-133801" y="3409287"/>
                  <a:pt x="0" y="1057706"/>
                </a:cubicBezTo>
                <a:close/>
              </a:path>
              <a:path w="7129802" h="7553828" stroke="0" extrusionOk="0">
                <a:moveTo>
                  <a:pt x="0" y="1057706"/>
                </a:moveTo>
                <a:cubicBezTo>
                  <a:pt x="-73294" y="479358"/>
                  <a:pt x="489457" y="258"/>
                  <a:pt x="1057706" y="0"/>
                </a:cubicBezTo>
                <a:cubicBezTo>
                  <a:pt x="2047600" y="-105081"/>
                  <a:pt x="5541539" y="-87976"/>
                  <a:pt x="6072096" y="0"/>
                </a:cubicBezTo>
                <a:cubicBezTo>
                  <a:pt x="6589127" y="72167"/>
                  <a:pt x="7151687" y="465219"/>
                  <a:pt x="7129802" y="1057706"/>
                </a:cubicBezTo>
                <a:cubicBezTo>
                  <a:pt x="7127940" y="3294380"/>
                  <a:pt x="7060494" y="4823989"/>
                  <a:pt x="7129802" y="6496122"/>
                </a:cubicBezTo>
                <a:cubicBezTo>
                  <a:pt x="7077529" y="7038602"/>
                  <a:pt x="6653065" y="7577829"/>
                  <a:pt x="6072096" y="7553828"/>
                </a:cubicBezTo>
                <a:cubicBezTo>
                  <a:pt x="5318248" y="7674856"/>
                  <a:pt x="2342350" y="7673919"/>
                  <a:pt x="1057706" y="7553828"/>
                </a:cubicBezTo>
                <a:cubicBezTo>
                  <a:pt x="520986" y="7564648"/>
                  <a:pt x="-18102" y="7115917"/>
                  <a:pt x="0" y="6496122"/>
                </a:cubicBezTo>
                <a:cubicBezTo>
                  <a:pt x="101500" y="5457713"/>
                  <a:pt x="-52494" y="1995856"/>
                  <a:pt x="0" y="1057706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14835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python and libraries</a:t>
            </a:r>
            <a:endParaRPr lang="en-GB" sz="1200" b="1" dirty="0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FFFC14C-7B77-B929-2C43-30B2EA93F119}"/>
              </a:ext>
            </a:extLst>
          </p:cNvPr>
          <p:cNvGrpSpPr/>
          <p:nvPr/>
        </p:nvGrpSpPr>
        <p:grpSpPr>
          <a:xfrm>
            <a:off x="842589" y="1058796"/>
            <a:ext cx="1316220" cy="1993183"/>
            <a:chOff x="842588" y="2206604"/>
            <a:chExt cx="1316220" cy="19931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850D6C4-5527-5344-D6A3-D447F4093F9A}"/>
                </a:ext>
              </a:extLst>
            </p:cNvPr>
            <p:cNvGrpSpPr/>
            <p:nvPr/>
          </p:nvGrpSpPr>
          <p:grpSpPr>
            <a:xfrm>
              <a:off x="883806" y="2206604"/>
              <a:ext cx="1275002" cy="1481551"/>
              <a:chOff x="1108464" y="603225"/>
              <a:chExt cx="1665476" cy="1935282"/>
            </a:xfrm>
          </p:grpSpPr>
          <p:pic>
            <p:nvPicPr>
              <p:cNvPr id="25" name="Picture 24" descr="A blue hexagon with a black and white hexagon with a black and white hexagon with a black and white hexagon with a black and white circular object with a round&#10;&#10;AI-generated content may be incorrect.">
                <a:extLst>
                  <a:ext uri="{FF2B5EF4-FFF2-40B4-BE49-F238E27FC236}">
                    <a16:creationId xmlns:a16="http://schemas.microsoft.com/office/drawing/2014/main" id="{D6C8826C-EE7C-6141-F290-890184570C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8464" y="603225"/>
                <a:ext cx="1665476" cy="1935282"/>
              </a:xfrm>
              <a:prstGeom prst="rect">
                <a:avLst/>
              </a:prstGeom>
            </p:spPr>
          </p:pic>
          <p:sp>
            <p:nvSpPr>
              <p:cNvPr id="26" name="Hexagon 25">
                <a:extLst>
                  <a:ext uri="{FF2B5EF4-FFF2-40B4-BE49-F238E27FC236}">
                    <a16:creationId xmlns:a16="http://schemas.microsoft.com/office/drawing/2014/main" id="{D5E40943-685A-697B-962C-2C4B95B3ADEB}"/>
                  </a:ext>
                </a:extLst>
              </p:cNvPr>
              <p:cNvSpPr/>
              <p:nvPr/>
            </p:nvSpPr>
            <p:spPr>
              <a:xfrm rot="5400000">
                <a:off x="1106091" y="812095"/>
                <a:ext cx="1670219" cy="1521431"/>
              </a:xfrm>
              <a:prstGeom prst="hexagon">
                <a:avLst/>
              </a:prstGeom>
              <a:solidFill>
                <a:srgbClr val="00B3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5AAE0F-F5E4-2695-0AC2-55119A739577}"/>
                </a:ext>
              </a:extLst>
            </p:cNvPr>
            <p:cNvSpPr txBox="1"/>
            <p:nvPr/>
          </p:nvSpPr>
          <p:spPr>
            <a:xfrm>
              <a:off x="842588" y="2317376"/>
              <a:ext cx="1016246" cy="646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1" dirty="0"/>
                <a:t>Start</a:t>
              </a:r>
              <a:r>
                <a:rPr lang="en-GB" sz="3601" dirty="0"/>
                <a:t> 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C1D91B-7ADE-0535-9406-18E9301BC21F}"/>
                </a:ext>
              </a:extLst>
            </p:cNvPr>
            <p:cNvSpPr/>
            <p:nvPr/>
          </p:nvSpPr>
          <p:spPr>
            <a:xfrm>
              <a:off x="1364258" y="3266722"/>
              <a:ext cx="314096" cy="933064"/>
            </a:xfrm>
            <a:custGeom>
              <a:avLst/>
              <a:gdLst>
                <a:gd name="connsiteX0" fmla="*/ 291681 w 439240"/>
                <a:gd name="connsiteY0" fmla="*/ 0 h 1188720"/>
                <a:gd name="connsiteX1" fmla="*/ 70701 w 439240"/>
                <a:gd name="connsiteY1" fmla="*/ 243840 h 1188720"/>
                <a:gd name="connsiteX2" fmla="*/ 421221 w 439240"/>
                <a:gd name="connsiteY2" fmla="*/ 358140 h 1188720"/>
                <a:gd name="connsiteX3" fmla="*/ 360261 w 439240"/>
                <a:gd name="connsiteY3" fmla="*/ 685800 h 1188720"/>
                <a:gd name="connsiteX4" fmla="*/ 116421 w 439240"/>
                <a:gd name="connsiteY4" fmla="*/ 609600 h 1188720"/>
                <a:gd name="connsiteX5" fmla="*/ 2121 w 439240"/>
                <a:gd name="connsiteY5" fmla="*/ 769620 h 1188720"/>
                <a:gd name="connsiteX6" fmla="*/ 207861 w 439240"/>
                <a:gd name="connsiteY6" fmla="*/ 891540 h 1188720"/>
                <a:gd name="connsiteX7" fmla="*/ 245961 w 439240"/>
                <a:gd name="connsiteY7" fmla="*/ 1188720 h 1188720"/>
                <a:gd name="connsiteX8" fmla="*/ 245961 w 439240"/>
                <a:gd name="connsiteY8" fmla="*/ 1188720 h 1188720"/>
                <a:gd name="connsiteX0" fmla="*/ 181235 w 439240"/>
                <a:gd name="connsiteY0" fmla="*/ 0 h 1217455"/>
                <a:gd name="connsiteX1" fmla="*/ 70701 w 439240"/>
                <a:gd name="connsiteY1" fmla="*/ 272575 h 1217455"/>
                <a:gd name="connsiteX2" fmla="*/ 421221 w 439240"/>
                <a:gd name="connsiteY2" fmla="*/ 386875 h 1217455"/>
                <a:gd name="connsiteX3" fmla="*/ 360261 w 439240"/>
                <a:gd name="connsiteY3" fmla="*/ 714535 h 1217455"/>
                <a:gd name="connsiteX4" fmla="*/ 116421 w 439240"/>
                <a:gd name="connsiteY4" fmla="*/ 638335 h 1217455"/>
                <a:gd name="connsiteX5" fmla="*/ 2121 w 439240"/>
                <a:gd name="connsiteY5" fmla="*/ 798355 h 1217455"/>
                <a:gd name="connsiteX6" fmla="*/ 207861 w 439240"/>
                <a:gd name="connsiteY6" fmla="*/ 920275 h 1217455"/>
                <a:gd name="connsiteX7" fmla="*/ 245961 w 439240"/>
                <a:gd name="connsiteY7" fmla="*/ 1217455 h 1217455"/>
                <a:gd name="connsiteX8" fmla="*/ 245961 w 439240"/>
                <a:gd name="connsiteY8" fmla="*/ 1217455 h 1217455"/>
                <a:gd name="connsiteX0" fmla="*/ 181235 w 439240"/>
                <a:gd name="connsiteY0" fmla="*/ 0 h 1217455"/>
                <a:gd name="connsiteX1" fmla="*/ 70701 w 439240"/>
                <a:gd name="connsiteY1" fmla="*/ 272575 h 1217455"/>
                <a:gd name="connsiteX2" fmla="*/ 421221 w 439240"/>
                <a:gd name="connsiteY2" fmla="*/ 386875 h 1217455"/>
                <a:gd name="connsiteX3" fmla="*/ 360261 w 439240"/>
                <a:gd name="connsiteY3" fmla="*/ 714535 h 1217455"/>
                <a:gd name="connsiteX4" fmla="*/ 116421 w 439240"/>
                <a:gd name="connsiteY4" fmla="*/ 638335 h 1217455"/>
                <a:gd name="connsiteX5" fmla="*/ 2121 w 439240"/>
                <a:gd name="connsiteY5" fmla="*/ 798355 h 1217455"/>
                <a:gd name="connsiteX6" fmla="*/ 207861 w 439240"/>
                <a:gd name="connsiteY6" fmla="*/ 920275 h 1217455"/>
                <a:gd name="connsiteX7" fmla="*/ 245961 w 439240"/>
                <a:gd name="connsiteY7" fmla="*/ 1217455 h 1217455"/>
                <a:gd name="connsiteX8" fmla="*/ 245961 w 439240"/>
                <a:gd name="connsiteY8" fmla="*/ 1217455 h 1217455"/>
                <a:gd name="connsiteX0" fmla="*/ 181235 w 433578"/>
                <a:gd name="connsiteY0" fmla="*/ 0 h 1217455"/>
                <a:gd name="connsiteX1" fmla="*/ 150679 w 433578"/>
                <a:gd name="connsiteY1" fmla="*/ 268469 h 1217455"/>
                <a:gd name="connsiteX2" fmla="*/ 421221 w 433578"/>
                <a:gd name="connsiteY2" fmla="*/ 386875 h 1217455"/>
                <a:gd name="connsiteX3" fmla="*/ 360261 w 433578"/>
                <a:gd name="connsiteY3" fmla="*/ 714535 h 1217455"/>
                <a:gd name="connsiteX4" fmla="*/ 116421 w 433578"/>
                <a:gd name="connsiteY4" fmla="*/ 638335 h 1217455"/>
                <a:gd name="connsiteX5" fmla="*/ 2121 w 433578"/>
                <a:gd name="connsiteY5" fmla="*/ 798355 h 1217455"/>
                <a:gd name="connsiteX6" fmla="*/ 207861 w 433578"/>
                <a:gd name="connsiteY6" fmla="*/ 920275 h 1217455"/>
                <a:gd name="connsiteX7" fmla="*/ 245961 w 433578"/>
                <a:gd name="connsiteY7" fmla="*/ 1217455 h 1217455"/>
                <a:gd name="connsiteX8" fmla="*/ 245961 w 433578"/>
                <a:gd name="connsiteY8" fmla="*/ 1217455 h 1217455"/>
                <a:gd name="connsiteX0" fmla="*/ 86023 w 433578"/>
                <a:gd name="connsiteY0" fmla="*/ 0 h 1196930"/>
                <a:gd name="connsiteX1" fmla="*/ 150679 w 433578"/>
                <a:gd name="connsiteY1" fmla="*/ 247944 h 1196930"/>
                <a:gd name="connsiteX2" fmla="*/ 421221 w 433578"/>
                <a:gd name="connsiteY2" fmla="*/ 366350 h 1196930"/>
                <a:gd name="connsiteX3" fmla="*/ 360261 w 433578"/>
                <a:gd name="connsiteY3" fmla="*/ 694010 h 1196930"/>
                <a:gd name="connsiteX4" fmla="*/ 116421 w 433578"/>
                <a:gd name="connsiteY4" fmla="*/ 617810 h 1196930"/>
                <a:gd name="connsiteX5" fmla="*/ 2121 w 433578"/>
                <a:gd name="connsiteY5" fmla="*/ 777830 h 1196930"/>
                <a:gd name="connsiteX6" fmla="*/ 207861 w 433578"/>
                <a:gd name="connsiteY6" fmla="*/ 899750 h 1196930"/>
                <a:gd name="connsiteX7" fmla="*/ 245961 w 433578"/>
                <a:gd name="connsiteY7" fmla="*/ 1196930 h 1196930"/>
                <a:gd name="connsiteX8" fmla="*/ 245961 w 433578"/>
                <a:gd name="connsiteY8" fmla="*/ 1196930 h 1196930"/>
                <a:gd name="connsiteX0" fmla="*/ 86023 w 433578"/>
                <a:gd name="connsiteY0" fmla="*/ 0 h 1196930"/>
                <a:gd name="connsiteX1" fmla="*/ 150679 w 433578"/>
                <a:gd name="connsiteY1" fmla="*/ 247944 h 1196930"/>
                <a:gd name="connsiteX2" fmla="*/ 421221 w 433578"/>
                <a:gd name="connsiteY2" fmla="*/ 366350 h 1196930"/>
                <a:gd name="connsiteX3" fmla="*/ 360261 w 433578"/>
                <a:gd name="connsiteY3" fmla="*/ 694010 h 1196930"/>
                <a:gd name="connsiteX4" fmla="*/ 116421 w 433578"/>
                <a:gd name="connsiteY4" fmla="*/ 617810 h 1196930"/>
                <a:gd name="connsiteX5" fmla="*/ 2121 w 433578"/>
                <a:gd name="connsiteY5" fmla="*/ 777830 h 1196930"/>
                <a:gd name="connsiteX6" fmla="*/ 207861 w 433578"/>
                <a:gd name="connsiteY6" fmla="*/ 899750 h 1196930"/>
                <a:gd name="connsiteX7" fmla="*/ 245961 w 433578"/>
                <a:gd name="connsiteY7" fmla="*/ 1196930 h 1196930"/>
                <a:gd name="connsiteX8" fmla="*/ 245961 w 433578"/>
                <a:gd name="connsiteY8" fmla="*/ 1196930 h 119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578" h="1196930">
                  <a:moveTo>
                    <a:pt x="86023" y="0"/>
                  </a:moveTo>
                  <a:cubicBezTo>
                    <a:pt x="75184" y="149546"/>
                    <a:pt x="94813" y="186886"/>
                    <a:pt x="150679" y="247944"/>
                  </a:cubicBezTo>
                  <a:cubicBezTo>
                    <a:pt x="206545" y="309002"/>
                    <a:pt x="386291" y="292006"/>
                    <a:pt x="421221" y="366350"/>
                  </a:cubicBezTo>
                  <a:cubicBezTo>
                    <a:pt x="456151" y="440694"/>
                    <a:pt x="411061" y="652100"/>
                    <a:pt x="360261" y="694010"/>
                  </a:cubicBezTo>
                  <a:cubicBezTo>
                    <a:pt x="309461" y="735920"/>
                    <a:pt x="176111" y="603840"/>
                    <a:pt x="116421" y="617810"/>
                  </a:cubicBezTo>
                  <a:cubicBezTo>
                    <a:pt x="56731" y="631780"/>
                    <a:pt x="-13119" y="730840"/>
                    <a:pt x="2121" y="777830"/>
                  </a:cubicBezTo>
                  <a:cubicBezTo>
                    <a:pt x="17361" y="824820"/>
                    <a:pt x="167221" y="829900"/>
                    <a:pt x="207861" y="899750"/>
                  </a:cubicBezTo>
                  <a:cubicBezTo>
                    <a:pt x="248501" y="969600"/>
                    <a:pt x="245961" y="1196930"/>
                    <a:pt x="245961" y="1196930"/>
                  </a:cubicBezTo>
                  <a:lnTo>
                    <a:pt x="245961" y="1196930"/>
                  </a:lnTo>
                </a:path>
              </a:pathLst>
            </a:custGeom>
            <a:ln w="285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A344F5D-4311-78E2-E4D8-9CEA31573256}"/>
              </a:ext>
            </a:extLst>
          </p:cNvPr>
          <p:cNvSpPr/>
          <p:nvPr/>
        </p:nvSpPr>
        <p:spPr>
          <a:xfrm>
            <a:off x="334458" y="3099485"/>
            <a:ext cx="2946400" cy="933064"/>
          </a:xfrm>
          <a:custGeom>
            <a:avLst/>
            <a:gdLst>
              <a:gd name="connsiteX0" fmla="*/ 0 w 2946400"/>
              <a:gd name="connsiteY0" fmla="*/ 155514 h 933064"/>
              <a:gd name="connsiteX1" fmla="*/ 155514 w 2946400"/>
              <a:gd name="connsiteY1" fmla="*/ 0 h 933064"/>
              <a:gd name="connsiteX2" fmla="*/ 2790886 w 2946400"/>
              <a:gd name="connsiteY2" fmla="*/ 0 h 933064"/>
              <a:gd name="connsiteX3" fmla="*/ 2946400 w 2946400"/>
              <a:gd name="connsiteY3" fmla="*/ 155514 h 933064"/>
              <a:gd name="connsiteX4" fmla="*/ 2946400 w 2946400"/>
              <a:gd name="connsiteY4" fmla="*/ 777550 h 933064"/>
              <a:gd name="connsiteX5" fmla="*/ 2790886 w 2946400"/>
              <a:gd name="connsiteY5" fmla="*/ 933064 h 933064"/>
              <a:gd name="connsiteX6" fmla="*/ 155514 w 2946400"/>
              <a:gd name="connsiteY6" fmla="*/ 933064 h 933064"/>
              <a:gd name="connsiteX7" fmla="*/ 0 w 2946400"/>
              <a:gd name="connsiteY7" fmla="*/ 777550 h 933064"/>
              <a:gd name="connsiteX8" fmla="*/ 0 w 2946400"/>
              <a:gd name="connsiteY8" fmla="*/ 155514 h 933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6400" h="933064" fill="none" extrusionOk="0">
                <a:moveTo>
                  <a:pt x="0" y="155514"/>
                </a:moveTo>
                <a:cubicBezTo>
                  <a:pt x="-8048" y="70184"/>
                  <a:pt x="74966" y="-486"/>
                  <a:pt x="155514" y="0"/>
                </a:cubicBezTo>
                <a:cubicBezTo>
                  <a:pt x="1051336" y="-76428"/>
                  <a:pt x="2165823" y="-98079"/>
                  <a:pt x="2790886" y="0"/>
                </a:cubicBezTo>
                <a:cubicBezTo>
                  <a:pt x="2876980" y="2503"/>
                  <a:pt x="2944214" y="68786"/>
                  <a:pt x="2946400" y="155514"/>
                </a:cubicBezTo>
                <a:cubicBezTo>
                  <a:pt x="2970210" y="297823"/>
                  <a:pt x="2982455" y="679469"/>
                  <a:pt x="2946400" y="777550"/>
                </a:cubicBezTo>
                <a:cubicBezTo>
                  <a:pt x="2947268" y="858928"/>
                  <a:pt x="2889605" y="943388"/>
                  <a:pt x="2790886" y="933064"/>
                </a:cubicBezTo>
                <a:cubicBezTo>
                  <a:pt x="2327533" y="887117"/>
                  <a:pt x="1291844" y="1012225"/>
                  <a:pt x="155514" y="933064"/>
                </a:cubicBezTo>
                <a:cubicBezTo>
                  <a:pt x="83589" y="939773"/>
                  <a:pt x="895" y="862022"/>
                  <a:pt x="0" y="777550"/>
                </a:cubicBezTo>
                <a:cubicBezTo>
                  <a:pt x="-34836" y="696349"/>
                  <a:pt x="-37461" y="303571"/>
                  <a:pt x="0" y="155514"/>
                </a:cubicBezTo>
                <a:close/>
              </a:path>
              <a:path w="2946400" h="933064" stroke="0" extrusionOk="0">
                <a:moveTo>
                  <a:pt x="0" y="155514"/>
                </a:moveTo>
                <a:cubicBezTo>
                  <a:pt x="-11026" y="70500"/>
                  <a:pt x="73652" y="65"/>
                  <a:pt x="155514" y="0"/>
                </a:cubicBezTo>
                <a:cubicBezTo>
                  <a:pt x="1023292" y="-105081"/>
                  <a:pt x="2135233" y="-87976"/>
                  <a:pt x="2790886" y="0"/>
                </a:cubicBezTo>
                <a:cubicBezTo>
                  <a:pt x="2868307" y="9103"/>
                  <a:pt x="2949090" y="68602"/>
                  <a:pt x="2946400" y="155514"/>
                </a:cubicBezTo>
                <a:cubicBezTo>
                  <a:pt x="2993777" y="403035"/>
                  <a:pt x="2961083" y="491454"/>
                  <a:pt x="2946400" y="777550"/>
                </a:cubicBezTo>
                <a:cubicBezTo>
                  <a:pt x="2945062" y="862371"/>
                  <a:pt x="2875710" y="941078"/>
                  <a:pt x="2790886" y="933064"/>
                </a:cubicBezTo>
                <a:cubicBezTo>
                  <a:pt x="2297271" y="1054092"/>
                  <a:pt x="803845" y="1053155"/>
                  <a:pt x="155514" y="933064"/>
                </a:cubicBezTo>
                <a:cubicBezTo>
                  <a:pt x="80892" y="935634"/>
                  <a:pt x="-2898" y="869144"/>
                  <a:pt x="0" y="777550"/>
                </a:cubicBezTo>
                <a:cubicBezTo>
                  <a:pt x="-26978" y="704200"/>
                  <a:pt x="-29100" y="223968"/>
                  <a:pt x="0" y="155514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have python installed on your laptop??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BE6C026-866F-3077-9B99-06AB8CAEE3AD}"/>
              </a:ext>
            </a:extLst>
          </p:cNvPr>
          <p:cNvSpPr/>
          <p:nvPr/>
        </p:nvSpPr>
        <p:spPr>
          <a:xfrm>
            <a:off x="5215052" y="3162435"/>
            <a:ext cx="2169886" cy="800385"/>
          </a:xfrm>
          <a:custGeom>
            <a:avLst/>
            <a:gdLst>
              <a:gd name="connsiteX0" fmla="*/ 0 w 2169886"/>
              <a:gd name="connsiteY0" fmla="*/ 133400 h 800385"/>
              <a:gd name="connsiteX1" fmla="*/ 133400 w 2169886"/>
              <a:gd name="connsiteY1" fmla="*/ 0 h 800385"/>
              <a:gd name="connsiteX2" fmla="*/ 2036486 w 2169886"/>
              <a:gd name="connsiteY2" fmla="*/ 0 h 800385"/>
              <a:gd name="connsiteX3" fmla="*/ 2169886 w 2169886"/>
              <a:gd name="connsiteY3" fmla="*/ 133400 h 800385"/>
              <a:gd name="connsiteX4" fmla="*/ 2169886 w 2169886"/>
              <a:gd name="connsiteY4" fmla="*/ 666985 h 800385"/>
              <a:gd name="connsiteX5" fmla="*/ 2036486 w 2169886"/>
              <a:gd name="connsiteY5" fmla="*/ 800385 h 800385"/>
              <a:gd name="connsiteX6" fmla="*/ 133400 w 2169886"/>
              <a:gd name="connsiteY6" fmla="*/ 800385 h 800385"/>
              <a:gd name="connsiteX7" fmla="*/ 0 w 2169886"/>
              <a:gd name="connsiteY7" fmla="*/ 666985 h 800385"/>
              <a:gd name="connsiteX8" fmla="*/ 0 w 2169886"/>
              <a:gd name="connsiteY8" fmla="*/ 133400 h 80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9886" h="800385" fill="none" extrusionOk="0">
                <a:moveTo>
                  <a:pt x="0" y="133400"/>
                </a:moveTo>
                <a:cubicBezTo>
                  <a:pt x="-12316" y="60579"/>
                  <a:pt x="70143" y="-949"/>
                  <a:pt x="133400" y="0"/>
                </a:cubicBezTo>
                <a:cubicBezTo>
                  <a:pt x="341835" y="-76428"/>
                  <a:pt x="1522549" y="-98079"/>
                  <a:pt x="2036486" y="0"/>
                </a:cubicBezTo>
                <a:cubicBezTo>
                  <a:pt x="2111109" y="11542"/>
                  <a:pt x="2157844" y="55098"/>
                  <a:pt x="2169886" y="133400"/>
                </a:cubicBezTo>
                <a:cubicBezTo>
                  <a:pt x="2200992" y="331832"/>
                  <a:pt x="2181003" y="478725"/>
                  <a:pt x="2169886" y="666985"/>
                </a:cubicBezTo>
                <a:cubicBezTo>
                  <a:pt x="2172206" y="728610"/>
                  <a:pt x="2121290" y="809340"/>
                  <a:pt x="2036486" y="800385"/>
                </a:cubicBezTo>
                <a:cubicBezTo>
                  <a:pt x="1427208" y="754438"/>
                  <a:pt x="783847" y="879546"/>
                  <a:pt x="133400" y="800385"/>
                </a:cubicBezTo>
                <a:cubicBezTo>
                  <a:pt x="64466" y="802663"/>
                  <a:pt x="4732" y="733175"/>
                  <a:pt x="0" y="666985"/>
                </a:cubicBezTo>
                <a:cubicBezTo>
                  <a:pt x="-26008" y="591570"/>
                  <a:pt x="-14521" y="241989"/>
                  <a:pt x="0" y="133400"/>
                </a:cubicBezTo>
                <a:close/>
              </a:path>
              <a:path w="2169886" h="800385" stroke="0" extrusionOk="0">
                <a:moveTo>
                  <a:pt x="0" y="133400"/>
                </a:moveTo>
                <a:cubicBezTo>
                  <a:pt x="-2867" y="59952"/>
                  <a:pt x="68604" y="144"/>
                  <a:pt x="133400" y="0"/>
                </a:cubicBezTo>
                <a:cubicBezTo>
                  <a:pt x="721041" y="-105081"/>
                  <a:pt x="1314595" y="-87976"/>
                  <a:pt x="2036486" y="0"/>
                </a:cubicBezTo>
                <a:cubicBezTo>
                  <a:pt x="2106056" y="4414"/>
                  <a:pt x="2182040" y="55098"/>
                  <a:pt x="2169886" y="133400"/>
                </a:cubicBezTo>
                <a:cubicBezTo>
                  <a:pt x="2193958" y="194341"/>
                  <a:pt x="2191955" y="589192"/>
                  <a:pt x="2169886" y="666985"/>
                </a:cubicBezTo>
                <a:cubicBezTo>
                  <a:pt x="2158988" y="731972"/>
                  <a:pt x="2108903" y="809860"/>
                  <a:pt x="2036486" y="800385"/>
                </a:cubicBezTo>
                <a:cubicBezTo>
                  <a:pt x="1414766" y="921413"/>
                  <a:pt x="532600" y="920476"/>
                  <a:pt x="133400" y="800385"/>
                </a:cubicBezTo>
                <a:cubicBezTo>
                  <a:pt x="72682" y="803340"/>
                  <a:pt x="-6665" y="753782"/>
                  <a:pt x="0" y="666985"/>
                </a:cubicBezTo>
                <a:cubicBezTo>
                  <a:pt x="21550" y="594021"/>
                  <a:pt x="-1566" y="394616"/>
                  <a:pt x="0" y="133400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have Windows or Mac?</a:t>
            </a:r>
          </a:p>
        </p:txBody>
      </p:sp>
      <p:pic>
        <p:nvPicPr>
          <p:cNvPr id="49" name="Picture 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2F6E24B-1A7B-6232-5D70-70D386591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52" y="4105947"/>
            <a:ext cx="551182" cy="551182"/>
          </a:xfrm>
          <a:prstGeom prst="rect">
            <a:avLst/>
          </a:prstGeom>
        </p:spPr>
      </p:pic>
      <p:pic>
        <p:nvPicPr>
          <p:cNvPr id="50" name="Picture 4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19C7B81-861B-A539-6A5D-AF8792872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263" y="3086216"/>
            <a:ext cx="444125" cy="444125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BE6702E-FD04-5241-C64A-5B74717F3554}"/>
              </a:ext>
            </a:extLst>
          </p:cNvPr>
          <p:cNvSpPr/>
          <p:nvPr/>
        </p:nvSpPr>
        <p:spPr>
          <a:xfrm>
            <a:off x="9406433" y="2869794"/>
            <a:ext cx="3054135" cy="1365903"/>
          </a:xfrm>
          <a:custGeom>
            <a:avLst/>
            <a:gdLst>
              <a:gd name="connsiteX0" fmla="*/ 0 w 3054135"/>
              <a:gd name="connsiteY0" fmla="*/ 227655 h 1365903"/>
              <a:gd name="connsiteX1" fmla="*/ 227655 w 3054135"/>
              <a:gd name="connsiteY1" fmla="*/ 0 h 1365903"/>
              <a:gd name="connsiteX2" fmla="*/ 2826480 w 3054135"/>
              <a:gd name="connsiteY2" fmla="*/ 0 h 1365903"/>
              <a:gd name="connsiteX3" fmla="*/ 3054135 w 3054135"/>
              <a:gd name="connsiteY3" fmla="*/ 227655 h 1365903"/>
              <a:gd name="connsiteX4" fmla="*/ 3054135 w 3054135"/>
              <a:gd name="connsiteY4" fmla="*/ 1138248 h 1365903"/>
              <a:gd name="connsiteX5" fmla="*/ 2826480 w 3054135"/>
              <a:gd name="connsiteY5" fmla="*/ 1365903 h 1365903"/>
              <a:gd name="connsiteX6" fmla="*/ 227655 w 3054135"/>
              <a:gd name="connsiteY6" fmla="*/ 1365903 h 1365903"/>
              <a:gd name="connsiteX7" fmla="*/ 0 w 3054135"/>
              <a:gd name="connsiteY7" fmla="*/ 1138248 h 1365903"/>
              <a:gd name="connsiteX8" fmla="*/ 0 w 3054135"/>
              <a:gd name="connsiteY8" fmla="*/ 227655 h 1365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54135" h="1365903" fill="none" extrusionOk="0">
                <a:moveTo>
                  <a:pt x="0" y="227655"/>
                </a:moveTo>
                <a:cubicBezTo>
                  <a:pt x="-19646" y="103288"/>
                  <a:pt x="121263" y="-1761"/>
                  <a:pt x="227655" y="0"/>
                </a:cubicBezTo>
                <a:cubicBezTo>
                  <a:pt x="831145" y="-76428"/>
                  <a:pt x="2338159" y="-98079"/>
                  <a:pt x="2826480" y="0"/>
                </a:cubicBezTo>
                <a:cubicBezTo>
                  <a:pt x="2952925" y="8703"/>
                  <a:pt x="3034842" y="94513"/>
                  <a:pt x="3054135" y="227655"/>
                </a:cubicBezTo>
                <a:cubicBezTo>
                  <a:pt x="3000761" y="528335"/>
                  <a:pt x="3081332" y="958397"/>
                  <a:pt x="3054135" y="1138248"/>
                </a:cubicBezTo>
                <a:cubicBezTo>
                  <a:pt x="3056887" y="1249684"/>
                  <a:pt x="2971670" y="1381561"/>
                  <a:pt x="2826480" y="1365903"/>
                </a:cubicBezTo>
                <a:cubicBezTo>
                  <a:pt x="1652894" y="1319956"/>
                  <a:pt x="704159" y="1445064"/>
                  <a:pt x="227655" y="1365903"/>
                </a:cubicBezTo>
                <a:cubicBezTo>
                  <a:pt x="111664" y="1370583"/>
                  <a:pt x="10638" y="1247152"/>
                  <a:pt x="0" y="1138248"/>
                </a:cubicBezTo>
                <a:cubicBezTo>
                  <a:pt x="5990" y="732830"/>
                  <a:pt x="-60514" y="377704"/>
                  <a:pt x="0" y="227655"/>
                </a:cubicBezTo>
                <a:close/>
              </a:path>
              <a:path w="3054135" h="1365903" stroke="0" extrusionOk="0">
                <a:moveTo>
                  <a:pt x="0" y="227655"/>
                </a:moveTo>
                <a:cubicBezTo>
                  <a:pt x="-10599" y="102765"/>
                  <a:pt x="106756" y="78"/>
                  <a:pt x="227655" y="0"/>
                </a:cubicBezTo>
                <a:cubicBezTo>
                  <a:pt x="778905" y="-105081"/>
                  <a:pt x="1849345" y="-87976"/>
                  <a:pt x="2826480" y="0"/>
                </a:cubicBezTo>
                <a:cubicBezTo>
                  <a:pt x="2943304" y="9575"/>
                  <a:pt x="3056114" y="101172"/>
                  <a:pt x="3054135" y="227655"/>
                </a:cubicBezTo>
                <a:cubicBezTo>
                  <a:pt x="2972594" y="663281"/>
                  <a:pt x="3127945" y="888862"/>
                  <a:pt x="3054135" y="1138248"/>
                </a:cubicBezTo>
                <a:cubicBezTo>
                  <a:pt x="3042403" y="1254625"/>
                  <a:pt x="2951242" y="1373200"/>
                  <a:pt x="2826480" y="1365903"/>
                </a:cubicBezTo>
                <a:cubicBezTo>
                  <a:pt x="2523450" y="1486931"/>
                  <a:pt x="1346265" y="1485994"/>
                  <a:pt x="227655" y="1365903"/>
                </a:cubicBezTo>
                <a:cubicBezTo>
                  <a:pt x="126228" y="1371447"/>
                  <a:pt x="-6506" y="1276787"/>
                  <a:pt x="0" y="1138248"/>
                </a:cubicBezTo>
                <a:cubicBezTo>
                  <a:pt x="64282" y="786015"/>
                  <a:pt x="39522" y="457399"/>
                  <a:pt x="0" y="227655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Are you expert in Python?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(Do you know what a python environment is? Do you know how to create one with specific python version??)</a:t>
            </a:r>
            <a:endParaRPr lang="en-US" sz="160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7C26256-E4F3-2A18-C08B-1575B3EFA770}"/>
              </a:ext>
            </a:extLst>
          </p:cNvPr>
          <p:cNvSpPr/>
          <p:nvPr/>
        </p:nvSpPr>
        <p:spPr>
          <a:xfrm>
            <a:off x="5977157" y="5227556"/>
            <a:ext cx="1989545" cy="915727"/>
          </a:xfrm>
          <a:custGeom>
            <a:avLst/>
            <a:gdLst>
              <a:gd name="connsiteX0" fmla="*/ 0 w 1989545"/>
              <a:gd name="connsiteY0" fmla="*/ 152624 h 915727"/>
              <a:gd name="connsiteX1" fmla="*/ 152624 w 1989545"/>
              <a:gd name="connsiteY1" fmla="*/ 0 h 915727"/>
              <a:gd name="connsiteX2" fmla="*/ 1836921 w 1989545"/>
              <a:gd name="connsiteY2" fmla="*/ 0 h 915727"/>
              <a:gd name="connsiteX3" fmla="*/ 1989545 w 1989545"/>
              <a:gd name="connsiteY3" fmla="*/ 152624 h 915727"/>
              <a:gd name="connsiteX4" fmla="*/ 1989545 w 1989545"/>
              <a:gd name="connsiteY4" fmla="*/ 763103 h 915727"/>
              <a:gd name="connsiteX5" fmla="*/ 1836921 w 1989545"/>
              <a:gd name="connsiteY5" fmla="*/ 915727 h 915727"/>
              <a:gd name="connsiteX6" fmla="*/ 152624 w 1989545"/>
              <a:gd name="connsiteY6" fmla="*/ 915727 h 915727"/>
              <a:gd name="connsiteX7" fmla="*/ 0 w 1989545"/>
              <a:gd name="connsiteY7" fmla="*/ 763103 h 915727"/>
              <a:gd name="connsiteX8" fmla="*/ 0 w 1989545"/>
              <a:gd name="connsiteY8" fmla="*/ 152624 h 915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89545" h="915727" fill="none" extrusionOk="0">
                <a:moveTo>
                  <a:pt x="0" y="152624"/>
                </a:moveTo>
                <a:cubicBezTo>
                  <a:pt x="-15256" y="69390"/>
                  <a:pt x="72963" y="-422"/>
                  <a:pt x="152624" y="0"/>
                </a:cubicBezTo>
                <a:cubicBezTo>
                  <a:pt x="483165" y="121515"/>
                  <a:pt x="1588910" y="-103710"/>
                  <a:pt x="1836921" y="0"/>
                </a:cubicBezTo>
                <a:cubicBezTo>
                  <a:pt x="1921535" y="3919"/>
                  <a:pt x="1986382" y="67117"/>
                  <a:pt x="1989545" y="152624"/>
                </a:cubicBezTo>
                <a:cubicBezTo>
                  <a:pt x="1935676" y="365296"/>
                  <a:pt x="1956031" y="474743"/>
                  <a:pt x="1989545" y="763103"/>
                </a:cubicBezTo>
                <a:cubicBezTo>
                  <a:pt x="1991518" y="837150"/>
                  <a:pt x="1931743" y="924199"/>
                  <a:pt x="1836921" y="915727"/>
                </a:cubicBezTo>
                <a:cubicBezTo>
                  <a:pt x="1454947" y="808961"/>
                  <a:pt x="567342" y="1031236"/>
                  <a:pt x="152624" y="915727"/>
                </a:cubicBezTo>
                <a:cubicBezTo>
                  <a:pt x="77015" y="919899"/>
                  <a:pt x="1407" y="845170"/>
                  <a:pt x="0" y="763103"/>
                </a:cubicBezTo>
                <a:cubicBezTo>
                  <a:pt x="-43321" y="634107"/>
                  <a:pt x="-6001" y="292999"/>
                  <a:pt x="0" y="152624"/>
                </a:cubicBezTo>
                <a:close/>
              </a:path>
              <a:path w="1989545" h="915727" stroke="0" extrusionOk="0">
                <a:moveTo>
                  <a:pt x="0" y="152624"/>
                </a:moveTo>
                <a:cubicBezTo>
                  <a:pt x="-10791" y="69187"/>
                  <a:pt x="74587" y="101"/>
                  <a:pt x="152624" y="0"/>
                </a:cubicBezTo>
                <a:cubicBezTo>
                  <a:pt x="445119" y="-94817"/>
                  <a:pt x="1141088" y="-88985"/>
                  <a:pt x="1836921" y="0"/>
                </a:cubicBezTo>
                <a:cubicBezTo>
                  <a:pt x="1914792" y="6903"/>
                  <a:pt x="1996242" y="65782"/>
                  <a:pt x="1989545" y="152624"/>
                </a:cubicBezTo>
                <a:cubicBezTo>
                  <a:pt x="1992424" y="439508"/>
                  <a:pt x="1958481" y="701961"/>
                  <a:pt x="1989545" y="763103"/>
                </a:cubicBezTo>
                <a:cubicBezTo>
                  <a:pt x="1981170" y="840718"/>
                  <a:pt x="1920098" y="924129"/>
                  <a:pt x="1836921" y="915727"/>
                </a:cubicBezTo>
                <a:cubicBezTo>
                  <a:pt x="1503029" y="962626"/>
                  <a:pt x="917067" y="1040094"/>
                  <a:pt x="152624" y="915727"/>
                </a:cubicBezTo>
                <a:cubicBezTo>
                  <a:pt x="69788" y="916059"/>
                  <a:pt x="-3822" y="854919"/>
                  <a:pt x="0" y="763103"/>
                </a:cubicBezTo>
                <a:cubicBezTo>
                  <a:pt x="-29208" y="557660"/>
                  <a:pt x="-5023" y="384708"/>
                  <a:pt x="0" y="152624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 you install python using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miniconda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0EBC034-13F7-7CCC-DD0F-2230B7B19889}"/>
              </a:ext>
            </a:extLst>
          </p:cNvPr>
          <p:cNvSpPr/>
          <p:nvPr/>
        </p:nvSpPr>
        <p:spPr>
          <a:xfrm>
            <a:off x="8600898" y="5698112"/>
            <a:ext cx="3928900" cy="4435006"/>
          </a:xfrm>
          <a:custGeom>
            <a:avLst/>
            <a:gdLst>
              <a:gd name="connsiteX0" fmla="*/ 0 w 3928900"/>
              <a:gd name="connsiteY0" fmla="*/ 654830 h 4435006"/>
              <a:gd name="connsiteX1" fmla="*/ 654830 w 3928900"/>
              <a:gd name="connsiteY1" fmla="*/ 0 h 4435006"/>
              <a:gd name="connsiteX2" fmla="*/ 3274070 w 3928900"/>
              <a:gd name="connsiteY2" fmla="*/ 0 h 4435006"/>
              <a:gd name="connsiteX3" fmla="*/ 3928900 w 3928900"/>
              <a:gd name="connsiteY3" fmla="*/ 654830 h 4435006"/>
              <a:gd name="connsiteX4" fmla="*/ 3928900 w 3928900"/>
              <a:gd name="connsiteY4" fmla="*/ 3780176 h 4435006"/>
              <a:gd name="connsiteX5" fmla="*/ 3274070 w 3928900"/>
              <a:gd name="connsiteY5" fmla="*/ 4435006 h 4435006"/>
              <a:gd name="connsiteX6" fmla="*/ 654830 w 3928900"/>
              <a:gd name="connsiteY6" fmla="*/ 4435006 h 4435006"/>
              <a:gd name="connsiteX7" fmla="*/ 0 w 3928900"/>
              <a:gd name="connsiteY7" fmla="*/ 3780176 h 4435006"/>
              <a:gd name="connsiteX8" fmla="*/ 0 w 3928900"/>
              <a:gd name="connsiteY8" fmla="*/ 654830 h 44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8900" h="4435006" fill="none" extrusionOk="0">
                <a:moveTo>
                  <a:pt x="0" y="654830"/>
                </a:moveTo>
                <a:cubicBezTo>
                  <a:pt x="-17947" y="294422"/>
                  <a:pt x="309759" y="-1510"/>
                  <a:pt x="654830" y="0"/>
                </a:cubicBezTo>
                <a:cubicBezTo>
                  <a:pt x="1429390" y="-76428"/>
                  <a:pt x="2342719" y="-98079"/>
                  <a:pt x="3274070" y="0"/>
                </a:cubicBezTo>
                <a:cubicBezTo>
                  <a:pt x="3640162" y="54043"/>
                  <a:pt x="3865666" y="268883"/>
                  <a:pt x="3928900" y="654830"/>
                </a:cubicBezTo>
                <a:cubicBezTo>
                  <a:pt x="3887685" y="1850126"/>
                  <a:pt x="3889532" y="3147919"/>
                  <a:pt x="3928900" y="3780176"/>
                </a:cubicBezTo>
                <a:cubicBezTo>
                  <a:pt x="3934105" y="4114799"/>
                  <a:pt x="3679804" y="4470474"/>
                  <a:pt x="3274070" y="4435006"/>
                </a:cubicBezTo>
                <a:cubicBezTo>
                  <a:pt x="2810530" y="4389059"/>
                  <a:pt x="948849" y="4514167"/>
                  <a:pt x="654830" y="4435006"/>
                </a:cubicBezTo>
                <a:cubicBezTo>
                  <a:pt x="316038" y="4445991"/>
                  <a:pt x="12109" y="4122675"/>
                  <a:pt x="0" y="3780176"/>
                </a:cubicBezTo>
                <a:cubicBezTo>
                  <a:pt x="-115066" y="2384067"/>
                  <a:pt x="-133801" y="2156061"/>
                  <a:pt x="0" y="654830"/>
                </a:cubicBezTo>
                <a:close/>
              </a:path>
              <a:path w="3928900" h="4435006" stroke="0" extrusionOk="0">
                <a:moveTo>
                  <a:pt x="0" y="654830"/>
                </a:moveTo>
                <a:cubicBezTo>
                  <a:pt x="-52858" y="297365"/>
                  <a:pt x="298704" y="90"/>
                  <a:pt x="654830" y="0"/>
                </a:cubicBezTo>
                <a:cubicBezTo>
                  <a:pt x="1000695" y="-105081"/>
                  <a:pt x="2499838" y="-87976"/>
                  <a:pt x="3274070" y="0"/>
                </a:cubicBezTo>
                <a:cubicBezTo>
                  <a:pt x="3610626" y="26983"/>
                  <a:pt x="3956057" y="282838"/>
                  <a:pt x="3928900" y="654830"/>
                </a:cubicBezTo>
                <a:cubicBezTo>
                  <a:pt x="3927038" y="1469574"/>
                  <a:pt x="3859592" y="2583975"/>
                  <a:pt x="3928900" y="3780176"/>
                </a:cubicBezTo>
                <a:cubicBezTo>
                  <a:pt x="3905220" y="4122950"/>
                  <a:pt x="3628320" y="4490782"/>
                  <a:pt x="3274070" y="4435006"/>
                </a:cubicBezTo>
                <a:cubicBezTo>
                  <a:pt x="2642382" y="4556034"/>
                  <a:pt x="1831832" y="4555097"/>
                  <a:pt x="654830" y="4435006"/>
                </a:cubicBezTo>
                <a:cubicBezTo>
                  <a:pt x="302478" y="4437128"/>
                  <a:pt x="-12634" y="4166704"/>
                  <a:pt x="0" y="3780176"/>
                </a:cubicBezTo>
                <a:cubicBezTo>
                  <a:pt x="101500" y="2918937"/>
                  <a:pt x="-52494" y="2154952"/>
                  <a:pt x="0" y="654830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you are already an expert, we will leave it to you to install the required packages.</a:t>
            </a:r>
          </a:p>
          <a:p>
            <a:pPr algn="just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suggest you to have for the following the tutorials on the website is 2 environments: </a:t>
            </a:r>
          </a:p>
          <a:p>
            <a:pPr algn="just"/>
            <a:endParaRPr lang="en-GB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71" indent="-342971" algn="just">
              <a:buFont typeface="+mj-lt"/>
              <a:buAutoNum type="arabicPeriod"/>
            </a:pP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have at least pandas,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matplotlib, seaborn, and I2MC installed</a:t>
            </a:r>
          </a:p>
          <a:p>
            <a:pPr marL="342971" indent="-342971" algn="just">
              <a:buFont typeface="+mj-lt"/>
              <a:buAutoNum type="arabicPeriod"/>
            </a:pPr>
            <a:endParaRPr lang="en-GB" sz="160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71" indent="-342971" algn="just">
              <a:buFont typeface="+mj-lt"/>
              <a:buAutoNum type="arabicPeriod"/>
            </a:pP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have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PsychoPy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installed (you can also install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standalone software)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3DF5393-782D-DD63-9DD9-4002101FD755}"/>
              </a:ext>
            </a:extLst>
          </p:cNvPr>
          <p:cNvSpPr/>
          <p:nvPr/>
        </p:nvSpPr>
        <p:spPr>
          <a:xfrm>
            <a:off x="4858236" y="16008158"/>
            <a:ext cx="2473602" cy="766473"/>
          </a:xfrm>
          <a:custGeom>
            <a:avLst/>
            <a:gdLst>
              <a:gd name="connsiteX0" fmla="*/ 0 w 2473602"/>
              <a:gd name="connsiteY0" fmla="*/ 49169 h 766473"/>
              <a:gd name="connsiteX1" fmla="*/ 49169 w 2473602"/>
              <a:gd name="connsiteY1" fmla="*/ 0 h 766473"/>
              <a:gd name="connsiteX2" fmla="*/ 2424433 w 2473602"/>
              <a:gd name="connsiteY2" fmla="*/ 0 h 766473"/>
              <a:gd name="connsiteX3" fmla="*/ 2473602 w 2473602"/>
              <a:gd name="connsiteY3" fmla="*/ 49169 h 766473"/>
              <a:gd name="connsiteX4" fmla="*/ 2473602 w 2473602"/>
              <a:gd name="connsiteY4" fmla="*/ 717304 h 766473"/>
              <a:gd name="connsiteX5" fmla="*/ 2424433 w 2473602"/>
              <a:gd name="connsiteY5" fmla="*/ 766473 h 766473"/>
              <a:gd name="connsiteX6" fmla="*/ 49169 w 2473602"/>
              <a:gd name="connsiteY6" fmla="*/ 766473 h 766473"/>
              <a:gd name="connsiteX7" fmla="*/ 0 w 2473602"/>
              <a:gd name="connsiteY7" fmla="*/ 717304 h 766473"/>
              <a:gd name="connsiteX8" fmla="*/ 0 w 2473602"/>
              <a:gd name="connsiteY8" fmla="*/ 49169 h 76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3602" h="766473" fill="none" extrusionOk="0">
                <a:moveTo>
                  <a:pt x="0" y="49169"/>
                </a:moveTo>
                <a:cubicBezTo>
                  <a:pt x="-2861" y="22213"/>
                  <a:pt x="24671" y="-242"/>
                  <a:pt x="49169" y="0"/>
                </a:cubicBezTo>
                <a:cubicBezTo>
                  <a:pt x="376166" y="-76428"/>
                  <a:pt x="1342672" y="-98079"/>
                  <a:pt x="2424433" y="0"/>
                </a:cubicBezTo>
                <a:cubicBezTo>
                  <a:pt x="2451789" y="2449"/>
                  <a:pt x="2470673" y="20889"/>
                  <a:pt x="2473602" y="49169"/>
                </a:cubicBezTo>
                <a:cubicBezTo>
                  <a:pt x="2520901" y="237746"/>
                  <a:pt x="2430162" y="550059"/>
                  <a:pt x="2473602" y="717304"/>
                </a:cubicBezTo>
                <a:cubicBezTo>
                  <a:pt x="2474301" y="740829"/>
                  <a:pt x="2454385" y="768723"/>
                  <a:pt x="2424433" y="766473"/>
                </a:cubicBezTo>
                <a:cubicBezTo>
                  <a:pt x="1826520" y="720526"/>
                  <a:pt x="1174532" y="845634"/>
                  <a:pt x="49169" y="766473"/>
                </a:cubicBezTo>
                <a:cubicBezTo>
                  <a:pt x="22984" y="766939"/>
                  <a:pt x="2047" y="741221"/>
                  <a:pt x="0" y="717304"/>
                </a:cubicBezTo>
                <a:cubicBezTo>
                  <a:pt x="-9920" y="574839"/>
                  <a:pt x="-30620" y="258783"/>
                  <a:pt x="0" y="49169"/>
                </a:cubicBezTo>
                <a:close/>
              </a:path>
              <a:path w="2473602" h="766473" stroke="0" extrusionOk="0">
                <a:moveTo>
                  <a:pt x="0" y="49169"/>
                </a:moveTo>
                <a:cubicBezTo>
                  <a:pt x="-4470" y="22368"/>
                  <a:pt x="26214" y="68"/>
                  <a:pt x="49169" y="0"/>
                </a:cubicBezTo>
                <a:cubicBezTo>
                  <a:pt x="861578" y="-105081"/>
                  <a:pt x="2115733" y="-87976"/>
                  <a:pt x="2424433" y="0"/>
                </a:cubicBezTo>
                <a:cubicBezTo>
                  <a:pt x="2449609" y="2127"/>
                  <a:pt x="2475515" y="21286"/>
                  <a:pt x="2473602" y="49169"/>
                </a:cubicBezTo>
                <a:cubicBezTo>
                  <a:pt x="2531394" y="353965"/>
                  <a:pt x="2521470" y="572011"/>
                  <a:pt x="2473602" y="717304"/>
                </a:cubicBezTo>
                <a:cubicBezTo>
                  <a:pt x="2471390" y="742696"/>
                  <a:pt x="2451532" y="766896"/>
                  <a:pt x="2424433" y="766473"/>
                </a:cubicBezTo>
                <a:cubicBezTo>
                  <a:pt x="1664382" y="887501"/>
                  <a:pt x="975401" y="886564"/>
                  <a:pt x="49169" y="766473"/>
                </a:cubicBezTo>
                <a:cubicBezTo>
                  <a:pt x="26868" y="767580"/>
                  <a:pt x="-2448" y="749279"/>
                  <a:pt x="0" y="717304"/>
                </a:cubicBezTo>
                <a:cubicBezTo>
                  <a:pt x="46635" y="576615"/>
                  <a:pt x="38062" y="145100"/>
                  <a:pt x="0" y="49169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6415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 problems installing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Pyschopy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78355F2-FFC9-ECA5-9AE6-FC0BE2CAAE77}"/>
              </a:ext>
            </a:extLst>
          </p:cNvPr>
          <p:cNvSpPr/>
          <p:nvPr/>
        </p:nvSpPr>
        <p:spPr>
          <a:xfrm>
            <a:off x="1749854" y="4546565"/>
            <a:ext cx="3300348" cy="2292088"/>
          </a:xfrm>
          <a:custGeom>
            <a:avLst/>
            <a:gdLst>
              <a:gd name="connsiteX0" fmla="*/ 0 w 3300348"/>
              <a:gd name="connsiteY0" fmla="*/ 382022 h 2292088"/>
              <a:gd name="connsiteX1" fmla="*/ 382022 w 3300348"/>
              <a:gd name="connsiteY1" fmla="*/ 0 h 2292088"/>
              <a:gd name="connsiteX2" fmla="*/ 2918326 w 3300348"/>
              <a:gd name="connsiteY2" fmla="*/ 0 h 2292088"/>
              <a:gd name="connsiteX3" fmla="*/ 3300348 w 3300348"/>
              <a:gd name="connsiteY3" fmla="*/ 382022 h 2292088"/>
              <a:gd name="connsiteX4" fmla="*/ 3300348 w 3300348"/>
              <a:gd name="connsiteY4" fmla="*/ 1910066 h 2292088"/>
              <a:gd name="connsiteX5" fmla="*/ 2918326 w 3300348"/>
              <a:gd name="connsiteY5" fmla="*/ 2292088 h 2292088"/>
              <a:gd name="connsiteX6" fmla="*/ 382022 w 3300348"/>
              <a:gd name="connsiteY6" fmla="*/ 2292088 h 2292088"/>
              <a:gd name="connsiteX7" fmla="*/ 0 w 3300348"/>
              <a:gd name="connsiteY7" fmla="*/ 1910066 h 2292088"/>
              <a:gd name="connsiteX8" fmla="*/ 0 w 3300348"/>
              <a:gd name="connsiteY8" fmla="*/ 382022 h 22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348" h="2292088" fill="none" extrusionOk="0">
                <a:moveTo>
                  <a:pt x="0" y="382022"/>
                </a:moveTo>
                <a:cubicBezTo>
                  <a:pt x="-28763" y="173032"/>
                  <a:pt x="185303" y="-1299"/>
                  <a:pt x="382022" y="0"/>
                </a:cubicBezTo>
                <a:cubicBezTo>
                  <a:pt x="932152" y="-76428"/>
                  <a:pt x="2649872" y="-98079"/>
                  <a:pt x="2918326" y="0"/>
                </a:cubicBezTo>
                <a:cubicBezTo>
                  <a:pt x="3131540" y="27141"/>
                  <a:pt x="3280560" y="163435"/>
                  <a:pt x="3300348" y="382022"/>
                </a:cubicBezTo>
                <a:cubicBezTo>
                  <a:pt x="3363022" y="1041434"/>
                  <a:pt x="3223641" y="1213873"/>
                  <a:pt x="3300348" y="1910066"/>
                </a:cubicBezTo>
                <a:cubicBezTo>
                  <a:pt x="3301745" y="2113797"/>
                  <a:pt x="3151449" y="2309900"/>
                  <a:pt x="2918326" y="2292088"/>
                </a:cubicBezTo>
                <a:cubicBezTo>
                  <a:pt x="2002713" y="2246141"/>
                  <a:pt x="1209759" y="2371249"/>
                  <a:pt x="382022" y="2292088"/>
                </a:cubicBezTo>
                <a:cubicBezTo>
                  <a:pt x="177654" y="2295268"/>
                  <a:pt x="11963" y="2102129"/>
                  <a:pt x="0" y="1910066"/>
                </a:cubicBezTo>
                <a:cubicBezTo>
                  <a:pt x="-40766" y="1190307"/>
                  <a:pt x="-17620" y="1133547"/>
                  <a:pt x="0" y="382022"/>
                </a:cubicBezTo>
                <a:close/>
              </a:path>
              <a:path w="3300348" h="2292088" stroke="0" extrusionOk="0">
                <a:moveTo>
                  <a:pt x="0" y="382022"/>
                </a:moveTo>
                <a:cubicBezTo>
                  <a:pt x="-13050" y="172071"/>
                  <a:pt x="175760" y="77"/>
                  <a:pt x="382022" y="0"/>
                </a:cubicBezTo>
                <a:cubicBezTo>
                  <a:pt x="1513307" y="-105081"/>
                  <a:pt x="1716909" y="-87976"/>
                  <a:pt x="2918326" y="0"/>
                </a:cubicBezTo>
                <a:cubicBezTo>
                  <a:pt x="3106506" y="24518"/>
                  <a:pt x="3329291" y="160018"/>
                  <a:pt x="3300348" y="382022"/>
                </a:cubicBezTo>
                <a:cubicBezTo>
                  <a:pt x="3425701" y="692125"/>
                  <a:pt x="3304174" y="1712891"/>
                  <a:pt x="3300348" y="1910066"/>
                </a:cubicBezTo>
                <a:cubicBezTo>
                  <a:pt x="3291738" y="2114187"/>
                  <a:pt x="3128516" y="2298080"/>
                  <a:pt x="2918326" y="2292088"/>
                </a:cubicBezTo>
                <a:cubicBezTo>
                  <a:pt x="1715154" y="2413116"/>
                  <a:pt x="1181275" y="2412179"/>
                  <a:pt x="382022" y="2292088"/>
                </a:cubicBezTo>
                <a:cubicBezTo>
                  <a:pt x="181625" y="2294503"/>
                  <a:pt x="-14757" y="2150104"/>
                  <a:pt x="0" y="1910066"/>
                </a:cubicBezTo>
                <a:cubicBezTo>
                  <a:pt x="26620" y="1715084"/>
                  <a:pt x="30345" y="815601"/>
                  <a:pt x="0" y="382022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Uninstall python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recommend installing Python following our guidelines. This ensures compatibility with our tutorials and helps us provide better support. Multiple Python versions can cause conflicts.</a:t>
            </a:r>
          </a:p>
        </p:txBody>
      </p: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5CC13082-568B-A732-AB6F-FA3EA56C0E07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 flipV="1">
            <a:off x="7384937" y="3552741"/>
            <a:ext cx="2021484" cy="9880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ADF1B3B-A987-1367-6826-4919C38AC5E9}"/>
              </a:ext>
            </a:extLst>
          </p:cNvPr>
          <p:cNvCxnSpPr>
            <a:cxnSpLocks/>
            <a:stCxn id="57" idx="1"/>
            <a:endCxn id="65" idx="3"/>
          </p:cNvCxnSpPr>
          <p:nvPr/>
        </p:nvCxnSpPr>
        <p:spPr>
          <a:xfrm flipH="1">
            <a:off x="5050201" y="5685415"/>
            <a:ext cx="926952" cy="719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22575760-BAA0-687A-B927-FE01F4DD0E63}"/>
              </a:ext>
            </a:extLst>
          </p:cNvPr>
          <p:cNvSpPr/>
          <p:nvPr/>
        </p:nvSpPr>
        <p:spPr>
          <a:xfrm>
            <a:off x="882828" y="8189479"/>
            <a:ext cx="3353402" cy="1005057"/>
          </a:xfrm>
          <a:custGeom>
            <a:avLst/>
            <a:gdLst>
              <a:gd name="connsiteX0" fmla="*/ 0 w 3353402"/>
              <a:gd name="connsiteY0" fmla="*/ 167513 h 1005057"/>
              <a:gd name="connsiteX1" fmla="*/ 167513 w 3353402"/>
              <a:gd name="connsiteY1" fmla="*/ 0 h 1005057"/>
              <a:gd name="connsiteX2" fmla="*/ 710821 w 3353402"/>
              <a:gd name="connsiteY2" fmla="*/ 0 h 1005057"/>
              <a:gd name="connsiteX3" fmla="*/ 1254128 w 3353402"/>
              <a:gd name="connsiteY3" fmla="*/ 0 h 1005057"/>
              <a:gd name="connsiteX4" fmla="*/ 1797436 w 3353402"/>
              <a:gd name="connsiteY4" fmla="*/ 0 h 1005057"/>
              <a:gd name="connsiteX5" fmla="*/ 2310560 w 3353402"/>
              <a:gd name="connsiteY5" fmla="*/ 0 h 1005057"/>
              <a:gd name="connsiteX6" fmla="*/ 3185889 w 3353402"/>
              <a:gd name="connsiteY6" fmla="*/ 0 h 1005057"/>
              <a:gd name="connsiteX7" fmla="*/ 3353402 w 3353402"/>
              <a:gd name="connsiteY7" fmla="*/ 167513 h 1005057"/>
              <a:gd name="connsiteX8" fmla="*/ 3353402 w 3353402"/>
              <a:gd name="connsiteY8" fmla="*/ 837544 h 1005057"/>
              <a:gd name="connsiteX9" fmla="*/ 3185889 w 3353402"/>
              <a:gd name="connsiteY9" fmla="*/ 1005057 h 1005057"/>
              <a:gd name="connsiteX10" fmla="*/ 2521846 w 3353402"/>
              <a:gd name="connsiteY10" fmla="*/ 1005057 h 1005057"/>
              <a:gd name="connsiteX11" fmla="*/ 1948355 w 3353402"/>
              <a:gd name="connsiteY11" fmla="*/ 1005057 h 1005057"/>
              <a:gd name="connsiteX12" fmla="*/ 1374863 w 3353402"/>
              <a:gd name="connsiteY12" fmla="*/ 1005057 h 1005057"/>
              <a:gd name="connsiteX13" fmla="*/ 861739 w 3353402"/>
              <a:gd name="connsiteY13" fmla="*/ 1005057 h 1005057"/>
              <a:gd name="connsiteX14" fmla="*/ 167513 w 3353402"/>
              <a:gd name="connsiteY14" fmla="*/ 1005057 h 1005057"/>
              <a:gd name="connsiteX15" fmla="*/ 0 w 3353402"/>
              <a:gd name="connsiteY15" fmla="*/ 837544 h 1005057"/>
              <a:gd name="connsiteX16" fmla="*/ 0 w 3353402"/>
              <a:gd name="connsiteY16" fmla="*/ 167513 h 100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2" h="1005057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1005398" y="26767"/>
                  <a:pt x="1254128" y="0"/>
                </a:cubicBezTo>
                <a:cubicBezTo>
                  <a:pt x="1502858" y="-26767"/>
                  <a:pt x="1533381" y="12570"/>
                  <a:pt x="1797436" y="0"/>
                </a:cubicBezTo>
                <a:cubicBezTo>
                  <a:pt x="2061491" y="-12570"/>
                  <a:pt x="2094508" y="-14618"/>
                  <a:pt x="2310560" y="0"/>
                </a:cubicBezTo>
                <a:cubicBezTo>
                  <a:pt x="2526612" y="14618"/>
                  <a:pt x="3005111" y="356"/>
                  <a:pt x="3185889" y="0"/>
                </a:cubicBezTo>
                <a:cubicBezTo>
                  <a:pt x="3264307" y="-445"/>
                  <a:pt x="3353677" y="83027"/>
                  <a:pt x="3353402" y="167513"/>
                </a:cubicBezTo>
                <a:cubicBezTo>
                  <a:pt x="3371324" y="380995"/>
                  <a:pt x="3358700" y="640575"/>
                  <a:pt x="3353402" y="837544"/>
                </a:cubicBezTo>
                <a:cubicBezTo>
                  <a:pt x="3336666" y="919053"/>
                  <a:pt x="3262402" y="998069"/>
                  <a:pt x="3185889" y="1005057"/>
                </a:cubicBezTo>
                <a:cubicBezTo>
                  <a:pt x="2980304" y="1020291"/>
                  <a:pt x="2663264" y="1003444"/>
                  <a:pt x="2521846" y="1005057"/>
                </a:cubicBezTo>
                <a:cubicBezTo>
                  <a:pt x="2380428" y="1006670"/>
                  <a:pt x="2126625" y="999320"/>
                  <a:pt x="1948355" y="1005057"/>
                </a:cubicBezTo>
                <a:cubicBezTo>
                  <a:pt x="1770085" y="1010794"/>
                  <a:pt x="1543175" y="1005352"/>
                  <a:pt x="1374863" y="1005057"/>
                </a:cubicBezTo>
                <a:cubicBezTo>
                  <a:pt x="1206551" y="1004762"/>
                  <a:pt x="1067905" y="999515"/>
                  <a:pt x="861739" y="1005057"/>
                </a:cubicBezTo>
                <a:cubicBezTo>
                  <a:pt x="655573" y="1010599"/>
                  <a:pt x="367168" y="992450"/>
                  <a:pt x="167513" y="1005057"/>
                </a:cubicBezTo>
                <a:cubicBezTo>
                  <a:pt x="81871" y="1016300"/>
                  <a:pt x="-117" y="919870"/>
                  <a:pt x="0" y="837544"/>
                </a:cubicBezTo>
                <a:cubicBezTo>
                  <a:pt x="30465" y="695075"/>
                  <a:pt x="30987" y="447547"/>
                  <a:pt x="0" y="167513"/>
                </a:cubicBezTo>
                <a:close/>
              </a:path>
              <a:path w="3353402" h="1005057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3879" y="-14511"/>
                  <a:pt x="1918171" y="0"/>
                </a:cubicBezTo>
                <a:cubicBezTo>
                  <a:pt x="2092463" y="14511"/>
                  <a:pt x="2255483" y="29286"/>
                  <a:pt x="2582214" y="0"/>
                </a:cubicBezTo>
                <a:cubicBezTo>
                  <a:pt x="2908945" y="-29286"/>
                  <a:pt x="2974681" y="-20396"/>
                  <a:pt x="3185889" y="0"/>
                </a:cubicBezTo>
                <a:cubicBezTo>
                  <a:pt x="3263040" y="13573"/>
                  <a:pt x="3357414" y="74794"/>
                  <a:pt x="3353402" y="167513"/>
                </a:cubicBezTo>
                <a:cubicBezTo>
                  <a:pt x="3346402" y="443141"/>
                  <a:pt x="3383876" y="628502"/>
                  <a:pt x="3353402" y="837544"/>
                </a:cubicBezTo>
                <a:cubicBezTo>
                  <a:pt x="3342516" y="911722"/>
                  <a:pt x="3273739" y="989241"/>
                  <a:pt x="3185889" y="1005057"/>
                </a:cubicBezTo>
                <a:cubicBezTo>
                  <a:pt x="3017904" y="1037659"/>
                  <a:pt x="2815413" y="1020214"/>
                  <a:pt x="2521846" y="1005057"/>
                </a:cubicBezTo>
                <a:cubicBezTo>
                  <a:pt x="2228279" y="989900"/>
                  <a:pt x="2258326" y="1021239"/>
                  <a:pt x="2008722" y="1005057"/>
                </a:cubicBezTo>
                <a:cubicBezTo>
                  <a:pt x="1759118" y="988875"/>
                  <a:pt x="1641081" y="988797"/>
                  <a:pt x="1344680" y="1005057"/>
                </a:cubicBezTo>
                <a:cubicBezTo>
                  <a:pt x="1048279" y="1021317"/>
                  <a:pt x="893477" y="1031592"/>
                  <a:pt x="771188" y="1005057"/>
                </a:cubicBezTo>
                <a:cubicBezTo>
                  <a:pt x="648899" y="978522"/>
                  <a:pt x="395123" y="1003041"/>
                  <a:pt x="167513" y="1005057"/>
                </a:cubicBezTo>
                <a:cubicBezTo>
                  <a:pt x="63566" y="987363"/>
                  <a:pt x="-17978" y="941674"/>
                  <a:pt x="0" y="837544"/>
                </a:cubicBezTo>
                <a:cubicBezTo>
                  <a:pt x="-2611" y="613974"/>
                  <a:pt x="28973" y="331886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favourite way to install python is by using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miniconda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65" name="Rectangle: Rounded Corners 164">
            <a:hlinkClick r:id="rId6"/>
            <a:extLst>
              <a:ext uri="{FF2B5EF4-FFF2-40B4-BE49-F238E27FC236}">
                <a16:creationId xmlns:a16="http://schemas.microsoft.com/office/drawing/2014/main" id="{00C224FC-1D30-946F-804F-F55EBA1105CA}"/>
              </a:ext>
            </a:extLst>
          </p:cNvPr>
          <p:cNvSpPr/>
          <p:nvPr/>
        </p:nvSpPr>
        <p:spPr>
          <a:xfrm>
            <a:off x="5189127" y="8317011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sp>
        <p:nvSpPr>
          <p:cNvPr id="167" name="Rectangle: Rounded Corners 166">
            <a:hlinkClick r:id="rId7"/>
            <a:extLst>
              <a:ext uri="{FF2B5EF4-FFF2-40B4-BE49-F238E27FC236}">
                <a16:creationId xmlns:a16="http://schemas.microsoft.com/office/drawing/2014/main" id="{58DDBD98-D8A8-54C2-A548-5B8991DF6103}"/>
              </a:ext>
            </a:extLst>
          </p:cNvPr>
          <p:cNvSpPr/>
          <p:nvPr/>
        </p:nvSpPr>
        <p:spPr>
          <a:xfrm>
            <a:off x="5211632" y="9705028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8884BBF1-D9B9-038A-65F2-B6BE227096CA}"/>
              </a:ext>
            </a:extLst>
          </p:cNvPr>
          <p:cNvCxnSpPr>
            <a:cxnSpLocks/>
            <a:stCxn id="165" idx="3"/>
            <a:endCxn id="189" idx="0"/>
          </p:cNvCxnSpPr>
          <p:nvPr/>
        </p:nvCxnSpPr>
        <p:spPr>
          <a:xfrm flipH="1">
            <a:off x="2559539" y="8691999"/>
            <a:ext cx="4412388" cy="891695"/>
          </a:xfrm>
          <a:prstGeom prst="bentConnector4">
            <a:avLst>
              <a:gd name="adj1" fmla="val -5181"/>
              <a:gd name="adj2" fmla="val 71027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2096374-6A21-36F6-1616-DD8620D5A77E}"/>
              </a:ext>
            </a:extLst>
          </p:cNvPr>
          <p:cNvCxnSpPr>
            <a:cxnSpLocks/>
            <a:stCxn id="160" idx="3"/>
            <a:endCxn id="165" idx="1"/>
          </p:cNvCxnSpPr>
          <p:nvPr/>
        </p:nvCxnSpPr>
        <p:spPr>
          <a:xfrm flipV="1">
            <a:off x="4236229" y="8691996"/>
            <a:ext cx="952898" cy="4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2EAAA91-EDAC-37C7-3D6B-60D57E285B34}"/>
              </a:ext>
            </a:extLst>
          </p:cNvPr>
          <p:cNvCxnSpPr>
            <a:cxnSpLocks/>
            <a:stCxn id="189" idx="3"/>
            <a:endCxn id="167" idx="1"/>
          </p:cNvCxnSpPr>
          <p:nvPr/>
        </p:nvCxnSpPr>
        <p:spPr>
          <a:xfrm flipV="1">
            <a:off x="4236243" y="10080013"/>
            <a:ext cx="975403" cy="6206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8398F060-2CE1-B704-3068-1C13A3288CA6}"/>
              </a:ext>
            </a:extLst>
          </p:cNvPr>
          <p:cNvSpPr/>
          <p:nvPr/>
        </p:nvSpPr>
        <p:spPr>
          <a:xfrm>
            <a:off x="882828" y="9583699"/>
            <a:ext cx="3353402" cy="1005057"/>
          </a:xfrm>
          <a:custGeom>
            <a:avLst/>
            <a:gdLst>
              <a:gd name="connsiteX0" fmla="*/ 0 w 3353402"/>
              <a:gd name="connsiteY0" fmla="*/ 167513 h 1005057"/>
              <a:gd name="connsiteX1" fmla="*/ 167513 w 3353402"/>
              <a:gd name="connsiteY1" fmla="*/ 0 h 1005057"/>
              <a:gd name="connsiteX2" fmla="*/ 710821 w 3353402"/>
              <a:gd name="connsiteY2" fmla="*/ 0 h 1005057"/>
              <a:gd name="connsiteX3" fmla="*/ 1254128 w 3353402"/>
              <a:gd name="connsiteY3" fmla="*/ 0 h 1005057"/>
              <a:gd name="connsiteX4" fmla="*/ 1797436 w 3353402"/>
              <a:gd name="connsiteY4" fmla="*/ 0 h 1005057"/>
              <a:gd name="connsiteX5" fmla="*/ 2310560 w 3353402"/>
              <a:gd name="connsiteY5" fmla="*/ 0 h 1005057"/>
              <a:gd name="connsiteX6" fmla="*/ 3185889 w 3353402"/>
              <a:gd name="connsiteY6" fmla="*/ 0 h 1005057"/>
              <a:gd name="connsiteX7" fmla="*/ 3353402 w 3353402"/>
              <a:gd name="connsiteY7" fmla="*/ 167513 h 1005057"/>
              <a:gd name="connsiteX8" fmla="*/ 3353402 w 3353402"/>
              <a:gd name="connsiteY8" fmla="*/ 837544 h 1005057"/>
              <a:gd name="connsiteX9" fmla="*/ 3185889 w 3353402"/>
              <a:gd name="connsiteY9" fmla="*/ 1005057 h 1005057"/>
              <a:gd name="connsiteX10" fmla="*/ 2521846 w 3353402"/>
              <a:gd name="connsiteY10" fmla="*/ 1005057 h 1005057"/>
              <a:gd name="connsiteX11" fmla="*/ 1948355 w 3353402"/>
              <a:gd name="connsiteY11" fmla="*/ 1005057 h 1005057"/>
              <a:gd name="connsiteX12" fmla="*/ 1374863 w 3353402"/>
              <a:gd name="connsiteY12" fmla="*/ 1005057 h 1005057"/>
              <a:gd name="connsiteX13" fmla="*/ 861739 w 3353402"/>
              <a:gd name="connsiteY13" fmla="*/ 1005057 h 1005057"/>
              <a:gd name="connsiteX14" fmla="*/ 167513 w 3353402"/>
              <a:gd name="connsiteY14" fmla="*/ 1005057 h 1005057"/>
              <a:gd name="connsiteX15" fmla="*/ 0 w 3353402"/>
              <a:gd name="connsiteY15" fmla="*/ 837544 h 1005057"/>
              <a:gd name="connsiteX16" fmla="*/ 0 w 3353402"/>
              <a:gd name="connsiteY16" fmla="*/ 167513 h 100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2" h="1005057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1005398" y="26767"/>
                  <a:pt x="1254128" y="0"/>
                </a:cubicBezTo>
                <a:cubicBezTo>
                  <a:pt x="1502858" y="-26767"/>
                  <a:pt x="1533381" y="12570"/>
                  <a:pt x="1797436" y="0"/>
                </a:cubicBezTo>
                <a:cubicBezTo>
                  <a:pt x="2061491" y="-12570"/>
                  <a:pt x="2094508" y="-14618"/>
                  <a:pt x="2310560" y="0"/>
                </a:cubicBezTo>
                <a:cubicBezTo>
                  <a:pt x="2526612" y="14618"/>
                  <a:pt x="3005111" y="356"/>
                  <a:pt x="3185889" y="0"/>
                </a:cubicBezTo>
                <a:cubicBezTo>
                  <a:pt x="3264307" y="-445"/>
                  <a:pt x="3353677" y="83027"/>
                  <a:pt x="3353402" y="167513"/>
                </a:cubicBezTo>
                <a:cubicBezTo>
                  <a:pt x="3371324" y="380995"/>
                  <a:pt x="3358700" y="640575"/>
                  <a:pt x="3353402" y="837544"/>
                </a:cubicBezTo>
                <a:cubicBezTo>
                  <a:pt x="3336666" y="919053"/>
                  <a:pt x="3262402" y="998069"/>
                  <a:pt x="3185889" y="1005057"/>
                </a:cubicBezTo>
                <a:cubicBezTo>
                  <a:pt x="2980304" y="1020291"/>
                  <a:pt x="2663264" y="1003444"/>
                  <a:pt x="2521846" y="1005057"/>
                </a:cubicBezTo>
                <a:cubicBezTo>
                  <a:pt x="2380428" y="1006670"/>
                  <a:pt x="2126625" y="999320"/>
                  <a:pt x="1948355" y="1005057"/>
                </a:cubicBezTo>
                <a:cubicBezTo>
                  <a:pt x="1770085" y="1010794"/>
                  <a:pt x="1543175" y="1005352"/>
                  <a:pt x="1374863" y="1005057"/>
                </a:cubicBezTo>
                <a:cubicBezTo>
                  <a:pt x="1206551" y="1004762"/>
                  <a:pt x="1067905" y="999515"/>
                  <a:pt x="861739" y="1005057"/>
                </a:cubicBezTo>
                <a:cubicBezTo>
                  <a:pt x="655573" y="1010599"/>
                  <a:pt x="367168" y="992450"/>
                  <a:pt x="167513" y="1005057"/>
                </a:cubicBezTo>
                <a:cubicBezTo>
                  <a:pt x="81871" y="1016300"/>
                  <a:pt x="-117" y="919870"/>
                  <a:pt x="0" y="837544"/>
                </a:cubicBezTo>
                <a:cubicBezTo>
                  <a:pt x="30465" y="695075"/>
                  <a:pt x="30987" y="447547"/>
                  <a:pt x="0" y="167513"/>
                </a:cubicBezTo>
                <a:close/>
              </a:path>
              <a:path w="3353402" h="1005057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3879" y="-14511"/>
                  <a:pt x="1918171" y="0"/>
                </a:cubicBezTo>
                <a:cubicBezTo>
                  <a:pt x="2092463" y="14511"/>
                  <a:pt x="2255483" y="29286"/>
                  <a:pt x="2582214" y="0"/>
                </a:cubicBezTo>
                <a:cubicBezTo>
                  <a:pt x="2908945" y="-29286"/>
                  <a:pt x="2974681" y="-20396"/>
                  <a:pt x="3185889" y="0"/>
                </a:cubicBezTo>
                <a:cubicBezTo>
                  <a:pt x="3263040" y="13573"/>
                  <a:pt x="3357414" y="74794"/>
                  <a:pt x="3353402" y="167513"/>
                </a:cubicBezTo>
                <a:cubicBezTo>
                  <a:pt x="3346402" y="443141"/>
                  <a:pt x="3383876" y="628502"/>
                  <a:pt x="3353402" y="837544"/>
                </a:cubicBezTo>
                <a:cubicBezTo>
                  <a:pt x="3342516" y="911722"/>
                  <a:pt x="3273739" y="989241"/>
                  <a:pt x="3185889" y="1005057"/>
                </a:cubicBezTo>
                <a:cubicBezTo>
                  <a:pt x="3017904" y="1037659"/>
                  <a:pt x="2815413" y="1020214"/>
                  <a:pt x="2521846" y="1005057"/>
                </a:cubicBezTo>
                <a:cubicBezTo>
                  <a:pt x="2228279" y="989900"/>
                  <a:pt x="2258326" y="1021239"/>
                  <a:pt x="2008722" y="1005057"/>
                </a:cubicBezTo>
                <a:cubicBezTo>
                  <a:pt x="1759118" y="988875"/>
                  <a:pt x="1641081" y="988797"/>
                  <a:pt x="1344680" y="1005057"/>
                </a:cubicBezTo>
                <a:cubicBezTo>
                  <a:pt x="1048279" y="1021317"/>
                  <a:pt x="893477" y="1031592"/>
                  <a:pt x="771188" y="1005057"/>
                </a:cubicBezTo>
                <a:cubicBezTo>
                  <a:pt x="648899" y="978522"/>
                  <a:pt x="395123" y="1003041"/>
                  <a:pt x="167513" y="1005057"/>
                </a:cubicBezTo>
                <a:cubicBezTo>
                  <a:pt x="63566" y="987363"/>
                  <a:pt x="-17978" y="941674"/>
                  <a:pt x="0" y="837544"/>
                </a:cubicBezTo>
                <a:cubicBezTo>
                  <a:pt x="-2611" y="613974"/>
                  <a:pt x="28973" y="331886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need to create a virtual environment</a:t>
            </a:r>
          </a:p>
        </p:txBody>
      </p:sp>
      <p:sp>
        <p:nvSpPr>
          <p:cNvPr id="194" name="Rectangle: Rounded Corners 193">
            <a:hlinkClick r:id="rId8"/>
            <a:extLst>
              <a:ext uri="{FF2B5EF4-FFF2-40B4-BE49-F238E27FC236}">
                <a16:creationId xmlns:a16="http://schemas.microsoft.com/office/drawing/2014/main" id="{9CDAC7FF-5D4B-AD6A-FA92-96548CE87DDC}"/>
              </a:ext>
            </a:extLst>
          </p:cNvPr>
          <p:cNvSpPr/>
          <p:nvPr/>
        </p:nvSpPr>
        <p:spPr>
          <a:xfrm>
            <a:off x="5211748" y="11100280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0915002-BE76-D212-4849-0C4218E76189}"/>
              </a:ext>
            </a:extLst>
          </p:cNvPr>
          <p:cNvCxnSpPr>
            <a:cxnSpLocks/>
            <a:stCxn id="196" idx="3"/>
            <a:endCxn id="194" idx="1"/>
          </p:cNvCxnSpPr>
          <p:nvPr/>
        </p:nvCxnSpPr>
        <p:spPr>
          <a:xfrm flipV="1">
            <a:off x="4236242" y="11475266"/>
            <a:ext cx="975519" cy="517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D2E86D2C-E443-1086-B3BD-3141DCE6C993}"/>
              </a:ext>
            </a:extLst>
          </p:cNvPr>
          <p:cNvSpPr/>
          <p:nvPr/>
        </p:nvSpPr>
        <p:spPr>
          <a:xfrm>
            <a:off x="882828" y="10977917"/>
            <a:ext cx="3353402" cy="1005057"/>
          </a:xfrm>
          <a:custGeom>
            <a:avLst/>
            <a:gdLst>
              <a:gd name="connsiteX0" fmla="*/ 0 w 3353402"/>
              <a:gd name="connsiteY0" fmla="*/ 167513 h 1005057"/>
              <a:gd name="connsiteX1" fmla="*/ 167513 w 3353402"/>
              <a:gd name="connsiteY1" fmla="*/ 0 h 1005057"/>
              <a:gd name="connsiteX2" fmla="*/ 710821 w 3353402"/>
              <a:gd name="connsiteY2" fmla="*/ 0 h 1005057"/>
              <a:gd name="connsiteX3" fmla="*/ 1254128 w 3353402"/>
              <a:gd name="connsiteY3" fmla="*/ 0 h 1005057"/>
              <a:gd name="connsiteX4" fmla="*/ 1797436 w 3353402"/>
              <a:gd name="connsiteY4" fmla="*/ 0 h 1005057"/>
              <a:gd name="connsiteX5" fmla="*/ 2310560 w 3353402"/>
              <a:gd name="connsiteY5" fmla="*/ 0 h 1005057"/>
              <a:gd name="connsiteX6" fmla="*/ 3185889 w 3353402"/>
              <a:gd name="connsiteY6" fmla="*/ 0 h 1005057"/>
              <a:gd name="connsiteX7" fmla="*/ 3353402 w 3353402"/>
              <a:gd name="connsiteY7" fmla="*/ 167513 h 1005057"/>
              <a:gd name="connsiteX8" fmla="*/ 3353402 w 3353402"/>
              <a:gd name="connsiteY8" fmla="*/ 837544 h 1005057"/>
              <a:gd name="connsiteX9" fmla="*/ 3185889 w 3353402"/>
              <a:gd name="connsiteY9" fmla="*/ 1005057 h 1005057"/>
              <a:gd name="connsiteX10" fmla="*/ 2521846 w 3353402"/>
              <a:gd name="connsiteY10" fmla="*/ 1005057 h 1005057"/>
              <a:gd name="connsiteX11" fmla="*/ 1948355 w 3353402"/>
              <a:gd name="connsiteY11" fmla="*/ 1005057 h 1005057"/>
              <a:gd name="connsiteX12" fmla="*/ 1374863 w 3353402"/>
              <a:gd name="connsiteY12" fmla="*/ 1005057 h 1005057"/>
              <a:gd name="connsiteX13" fmla="*/ 861739 w 3353402"/>
              <a:gd name="connsiteY13" fmla="*/ 1005057 h 1005057"/>
              <a:gd name="connsiteX14" fmla="*/ 167513 w 3353402"/>
              <a:gd name="connsiteY14" fmla="*/ 1005057 h 1005057"/>
              <a:gd name="connsiteX15" fmla="*/ 0 w 3353402"/>
              <a:gd name="connsiteY15" fmla="*/ 837544 h 1005057"/>
              <a:gd name="connsiteX16" fmla="*/ 0 w 3353402"/>
              <a:gd name="connsiteY16" fmla="*/ 167513 h 100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2" h="1005057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1005398" y="26767"/>
                  <a:pt x="1254128" y="0"/>
                </a:cubicBezTo>
                <a:cubicBezTo>
                  <a:pt x="1502858" y="-26767"/>
                  <a:pt x="1533381" y="12570"/>
                  <a:pt x="1797436" y="0"/>
                </a:cubicBezTo>
                <a:cubicBezTo>
                  <a:pt x="2061491" y="-12570"/>
                  <a:pt x="2094508" y="-14618"/>
                  <a:pt x="2310560" y="0"/>
                </a:cubicBezTo>
                <a:cubicBezTo>
                  <a:pt x="2526612" y="14618"/>
                  <a:pt x="3005111" y="356"/>
                  <a:pt x="3185889" y="0"/>
                </a:cubicBezTo>
                <a:cubicBezTo>
                  <a:pt x="3264307" y="-445"/>
                  <a:pt x="3353677" y="83027"/>
                  <a:pt x="3353402" y="167513"/>
                </a:cubicBezTo>
                <a:cubicBezTo>
                  <a:pt x="3371324" y="380995"/>
                  <a:pt x="3358700" y="640575"/>
                  <a:pt x="3353402" y="837544"/>
                </a:cubicBezTo>
                <a:cubicBezTo>
                  <a:pt x="3336666" y="919053"/>
                  <a:pt x="3262402" y="998069"/>
                  <a:pt x="3185889" y="1005057"/>
                </a:cubicBezTo>
                <a:cubicBezTo>
                  <a:pt x="2980304" y="1020291"/>
                  <a:pt x="2663264" y="1003444"/>
                  <a:pt x="2521846" y="1005057"/>
                </a:cubicBezTo>
                <a:cubicBezTo>
                  <a:pt x="2380428" y="1006670"/>
                  <a:pt x="2126625" y="999320"/>
                  <a:pt x="1948355" y="1005057"/>
                </a:cubicBezTo>
                <a:cubicBezTo>
                  <a:pt x="1770085" y="1010794"/>
                  <a:pt x="1543175" y="1005352"/>
                  <a:pt x="1374863" y="1005057"/>
                </a:cubicBezTo>
                <a:cubicBezTo>
                  <a:pt x="1206551" y="1004762"/>
                  <a:pt x="1067905" y="999515"/>
                  <a:pt x="861739" y="1005057"/>
                </a:cubicBezTo>
                <a:cubicBezTo>
                  <a:pt x="655573" y="1010599"/>
                  <a:pt x="367168" y="992450"/>
                  <a:pt x="167513" y="1005057"/>
                </a:cubicBezTo>
                <a:cubicBezTo>
                  <a:pt x="81871" y="1016300"/>
                  <a:pt x="-117" y="919870"/>
                  <a:pt x="0" y="837544"/>
                </a:cubicBezTo>
                <a:cubicBezTo>
                  <a:pt x="30465" y="695075"/>
                  <a:pt x="30987" y="447547"/>
                  <a:pt x="0" y="167513"/>
                </a:cubicBezTo>
                <a:close/>
              </a:path>
              <a:path w="3353402" h="1005057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3879" y="-14511"/>
                  <a:pt x="1918171" y="0"/>
                </a:cubicBezTo>
                <a:cubicBezTo>
                  <a:pt x="2092463" y="14511"/>
                  <a:pt x="2255483" y="29286"/>
                  <a:pt x="2582214" y="0"/>
                </a:cubicBezTo>
                <a:cubicBezTo>
                  <a:pt x="2908945" y="-29286"/>
                  <a:pt x="2974681" y="-20396"/>
                  <a:pt x="3185889" y="0"/>
                </a:cubicBezTo>
                <a:cubicBezTo>
                  <a:pt x="3263040" y="13573"/>
                  <a:pt x="3357414" y="74794"/>
                  <a:pt x="3353402" y="167513"/>
                </a:cubicBezTo>
                <a:cubicBezTo>
                  <a:pt x="3346402" y="443141"/>
                  <a:pt x="3383876" y="628502"/>
                  <a:pt x="3353402" y="837544"/>
                </a:cubicBezTo>
                <a:cubicBezTo>
                  <a:pt x="3342516" y="911722"/>
                  <a:pt x="3273739" y="989241"/>
                  <a:pt x="3185889" y="1005057"/>
                </a:cubicBezTo>
                <a:cubicBezTo>
                  <a:pt x="3017904" y="1037659"/>
                  <a:pt x="2815413" y="1020214"/>
                  <a:pt x="2521846" y="1005057"/>
                </a:cubicBezTo>
                <a:cubicBezTo>
                  <a:pt x="2228279" y="989900"/>
                  <a:pt x="2258326" y="1021239"/>
                  <a:pt x="2008722" y="1005057"/>
                </a:cubicBezTo>
                <a:cubicBezTo>
                  <a:pt x="1759118" y="988875"/>
                  <a:pt x="1641081" y="988797"/>
                  <a:pt x="1344680" y="1005057"/>
                </a:cubicBezTo>
                <a:cubicBezTo>
                  <a:pt x="1048279" y="1021317"/>
                  <a:pt x="893477" y="1031592"/>
                  <a:pt x="771188" y="1005057"/>
                </a:cubicBezTo>
                <a:cubicBezTo>
                  <a:pt x="648899" y="978522"/>
                  <a:pt x="395123" y="1003041"/>
                  <a:pt x="167513" y="1005057"/>
                </a:cubicBezTo>
                <a:cubicBezTo>
                  <a:pt x="63566" y="987363"/>
                  <a:pt x="-17978" y="941674"/>
                  <a:pt x="0" y="837544"/>
                </a:cubicBezTo>
                <a:cubicBezTo>
                  <a:pt x="-2611" y="613974"/>
                  <a:pt x="28973" y="331886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require some libraires to process the data</a:t>
            </a: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5A4B0F0E-992A-6E6D-811C-A08500FD0650}"/>
              </a:ext>
            </a:extLst>
          </p:cNvPr>
          <p:cNvCxnSpPr>
            <a:cxnSpLocks/>
            <a:stCxn id="167" idx="3"/>
            <a:endCxn id="196" idx="0"/>
          </p:cNvCxnSpPr>
          <p:nvPr/>
        </p:nvCxnSpPr>
        <p:spPr>
          <a:xfrm flipH="1">
            <a:off x="2559530" y="10080014"/>
            <a:ext cx="4434892" cy="897896"/>
          </a:xfrm>
          <a:prstGeom prst="bentConnector4">
            <a:avLst>
              <a:gd name="adj1" fmla="val -5155"/>
              <a:gd name="adj2" fmla="val 70881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8" name="Graphic 217" descr="Checkmark with solid fill">
            <a:extLst>
              <a:ext uri="{FF2B5EF4-FFF2-40B4-BE49-F238E27FC236}">
                <a16:creationId xmlns:a16="http://schemas.microsoft.com/office/drawing/2014/main" id="{843BC854-7DD6-EE07-7506-F6EA612A47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4139" y="3129956"/>
            <a:ext cx="431425" cy="431425"/>
          </a:xfrm>
          <a:prstGeom prst="rect">
            <a:avLst/>
          </a:prstGeom>
        </p:spPr>
      </p:pic>
      <p:pic>
        <p:nvPicPr>
          <p:cNvPr id="219" name="Graphic 218" descr="Close with solid fill">
            <a:extLst>
              <a:ext uri="{FF2B5EF4-FFF2-40B4-BE49-F238E27FC236}">
                <a16:creationId xmlns:a16="http://schemas.microsoft.com/office/drawing/2014/main" id="{3217F8D2-8586-6888-212E-2D73601B10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733" y="4333667"/>
            <a:ext cx="431425" cy="431425"/>
          </a:xfrm>
          <a:prstGeom prst="rect">
            <a:avLst/>
          </a:prstGeom>
        </p:spPr>
      </p:pic>
      <p:pic>
        <p:nvPicPr>
          <p:cNvPr id="231" name="Graphic 230" descr="Checkmark with solid fill">
            <a:extLst>
              <a:ext uri="{FF2B5EF4-FFF2-40B4-BE49-F238E27FC236}">
                <a16:creationId xmlns:a16="http://schemas.microsoft.com/office/drawing/2014/main" id="{91046D74-CD25-061A-2921-E209A81357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11060" y="4437736"/>
            <a:ext cx="431425" cy="431425"/>
          </a:xfrm>
          <a:prstGeom prst="rect">
            <a:avLst/>
          </a:prstGeom>
        </p:spPr>
      </p:pic>
      <p:pic>
        <p:nvPicPr>
          <p:cNvPr id="232" name="Graphic 231" descr="Close with solid fill">
            <a:extLst>
              <a:ext uri="{FF2B5EF4-FFF2-40B4-BE49-F238E27FC236}">
                <a16:creationId xmlns:a16="http://schemas.microsoft.com/office/drawing/2014/main" id="{7BC50AE7-5C40-7CEC-292A-864E8BD9FE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9064" y="5028039"/>
            <a:ext cx="431425" cy="431425"/>
          </a:xfrm>
          <a:prstGeom prst="rect">
            <a:avLst/>
          </a:prstGeom>
        </p:spPr>
      </p:pic>
      <p:sp>
        <p:nvSpPr>
          <p:cNvPr id="239" name="Oval 238">
            <a:extLst>
              <a:ext uri="{FF2B5EF4-FFF2-40B4-BE49-F238E27FC236}">
                <a16:creationId xmlns:a16="http://schemas.microsoft.com/office/drawing/2014/main" id="{140DAB59-DB61-62B4-7DE6-50D6BCF62B9A}"/>
              </a:ext>
            </a:extLst>
          </p:cNvPr>
          <p:cNvSpPr/>
          <p:nvPr/>
        </p:nvSpPr>
        <p:spPr>
          <a:xfrm>
            <a:off x="7237435" y="10037901"/>
            <a:ext cx="47610" cy="95219"/>
          </a:xfrm>
          <a:prstGeom prst="ellipse">
            <a:avLst/>
          </a:prstGeom>
          <a:solidFill>
            <a:srgbClr val="4DCA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C768507B-FCC6-6B99-8D9F-655DDA7549FC}"/>
              </a:ext>
            </a:extLst>
          </p:cNvPr>
          <p:cNvCxnSpPr>
            <a:cxnSpLocks/>
            <a:stCxn id="57" idx="2"/>
            <a:endCxn id="239" idx="6"/>
          </p:cNvCxnSpPr>
          <p:nvPr/>
        </p:nvCxnSpPr>
        <p:spPr>
          <a:xfrm rot="16200000" flipH="1">
            <a:off x="5157367" y="7957835"/>
            <a:ext cx="3942230" cy="313125"/>
          </a:xfrm>
          <a:prstGeom prst="bentConnector4">
            <a:avLst>
              <a:gd name="adj1" fmla="val 22915"/>
              <a:gd name="adj2" fmla="val 264154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Connector: Elbow 254">
            <a:extLst>
              <a:ext uri="{FF2B5EF4-FFF2-40B4-BE49-F238E27FC236}">
                <a16:creationId xmlns:a16="http://schemas.microsoft.com/office/drawing/2014/main" id="{DE78C33D-DEF0-6186-C6D3-A2148F0612F6}"/>
              </a:ext>
            </a:extLst>
          </p:cNvPr>
          <p:cNvCxnSpPr>
            <a:cxnSpLocks/>
            <a:stCxn id="55" idx="2"/>
          </p:cNvCxnSpPr>
          <p:nvPr/>
        </p:nvCxnSpPr>
        <p:spPr>
          <a:xfrm rot="5400000">
            <a:off x="10081783" y="4719259"/>
            <a:ext cx="1335271" cy="368146"/>
          </a:xfrm>
          <a:prstGeom prst="bentConnector3">
            <a:avLst>
              <a:gd name="adj1" fmla="val 45243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Connector: Elbow 259">
            <a:extLst>
              <a:ext uri="{FF2B5EF4-FFF2-40B4-BE49-F238E27FC236}">
                <a16:creationId xmlns:a16="http://schemas.microsoft.com/office/drawing/2014/main" id="{E9D1FEF5-51E6-E973-BAB2-749222B783F3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rot="5400000">
            <a:off x="8456781" y="2750831"/>
            <a:ext cx="991852" cy="3961575"/>
          </a:xfrm>
          <a:prstGeom prst="bentConnector3">
            <a:avLst>
              <a:gd name="adj1" fmla="val 60884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Connector: Elbow 274">
            <a:extLst>
              <a:ext uri="{FF2B5EF4-FFF2-40B4-BE49-F238E27FC236}">
                <a16:creationId xmlns:a16="http://schemas.microsoft.com/office/drawing/2014/main" id="{C6043F00-3DE8-9C6F-50DB-82466668C1AB}"/>
              </a:ext>
            </a:extLst>
          </p:cNvPr>
          <p:cNvCxnSpPr>
            <a:cxnSpLocks/>
            <a:stCxn id="48" idx="2"/>
            <a:endCxn id="57" idx="0"/>
          </p:cNvCxnSpPr>
          <p:nvPr/>
        </p:nvCxnSpPr>
        <p:spPr>
          <a:xfrm rot="16200000" flipH="1">
            <a:off x="6003594" y="4259228"/>
            <a:ext cx="1264730" cy="671922"/>
          </a:xfrm>
          <a:prstGeom prst="bentConnector3">
            <a:avLst>
              <a:gd name="adj1" fmla="val 6917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140E86D3-069E-2042-79AE-62CD2AAC623A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3280865" y="3562631"/>
            <a:ext cx="1934192" cy="339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820D5E88-0B57-3155-0368-5F6991E9D64D}"/>
              </a:ext>
            </a:extLst>
          </p:cNvPr>
          <p:cNvSpPr/>
          <p:nvPr/>
        </p:nvSpPr>
        <p:spPr>
          <a:xfrm>
            <a:off x="8421666" y="12885463"/>
            <a:ext cx="3961575" cy="1700178"/>
          </a:xfrm>
          <a:custGeom>
            <a:avLst/>
            <a:gdLst>
              <a:gd name="connsiteX0" fmla="*/ 0 w 3961575"/>
              <a:gd name="connsiteY0" fmla="*/ 283369 h 1700178"/>
              <a:gd name="connsiteX1" fmla="*/ 283369 w 3961575"/>
              <a:gd name="connsiteY1" fmla="*/ 0 h 1700178"/>
              <a:gd name="connsiteX2" fmla="*/ 3678206 w 3961575"/>
              <a:gd name="connsiteY2" fmla="*/ 0 h 1700178"/>
              <a:gd name="connsiteX3" fmla="*/ 3961575 w 3961575"/>
              <a:gd name="connsiteY3" fmla="*/ 283369 h 1700178"/>
              <a:gd name="connsiteX4" fmla="*/ 3961575 w 3961575"/>
              <a:gd name="connsiteY4" fmla="*/ 1416809 h 1700178"/>
              <a:gd name="connsiteX5" fmla="*/ 3678206 w 3961575"/>
              <a:gd name="connsiteY5" fmla="*/ 1700178 h 1700178"/>
              <a:gd name="connsiteX6" fmla="*/ 283369 w 3961575"/>
              <a:gd name="connsiteY6" fmla="*/ 1700178 h 1700178"/>
              <a:gd name="connsiteX7" fmla="*/ 0 w 3961575"/>
              <a:gd name="connsiteY7" fmla="*/ 1416809 h 1700178"/>
              <a:gd name="connsiteX8" fmla="*/ 0 w 3961575"/>
              <a:gd name="connsiteY8" fmla="*/ 283369 h 17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1575" h="1700178" fill="none" extrusionOk="0">
                <a:moveTo>
                  <a:pt x="0" y="283369"/>
                </a:moveTo>
                <a:cubicBezTo>
                  <a:pt x="-5646" y="127261"/>
                  <a:pt x="130963" y="-373"/>
                  <a:pt x="283369" y="0"/>
                </a:cubicBezTo>
                <a:cubicBezTo>
                  <a:pt x="1106339" y="-76428"/>
                  <a:pt x="2887606" y="-98079"/>
                  <a:pt x="3678206" y="0"/>
                </a:cubicBezTo>
                <a:cubicBezTo>
                  <a:pt x="3836386" y="20447"/>
                  <a:pt x="3957149" y="125168"/>
                  <a:pt x="3961575" y="283369"/>
                </a:cubicBezTo>
                <a:cubicBezTo>
                  <a:pt x="3911557" y="615954"/>
                  <a:pt x="3952789" y="919759"/>
                  <a:pt x="3961575" y="1416809"/>
                </a:cubicBezTo>
                <a:cubicBezTo>
                  <a:pt x="3966290" y="1548822"/>
                  <a:pt x="3836582" y="1701688"/>
                  <a:pt x="3678206" y="1700178"/>
                </a:cubicBezTo>
                <a:cubicBezTo>
                  <a:pt x="2127519" y="1654231"/>
                  <a:pt x="1341712" y="1779339"/>
                  <a:pt x="283369" y="1700178"/>
                </a:cubicBezTo>
                <a:cubicBezTo>
                  <a:pt x="140021" y="1706498"/>
                  <a:pt x="9085" y="1558938"/>
                  <a:pt x="0" y="1416809"/>
                </a:cubicBezTo>
                <a:cubicBezTo>
                  <a:pt x="-70404" y="1013707"/>
                  <a:pt x="35821" y="700310"/>
                  <a:pt x="0" y="283369"/>
                </a:cubicBezTo>
                <a:close/>
              </a:path>
              <a:path w="3961575" h="1700178" stroke="0" extrusionOk="0">
                <a:moveTo>
                  <a:pt x="0" y="283369"/>
                </a:moveTo>
                <a:cubicBezTo>
                  <a:pt x="-26799" y="128992"/>
                  <a:pt x="136797" y="161"/>
                  <a:pt x="283369" y="0"/>
                </a:cubicBezTo>
                <a:cubicBezTo>
                  <a:pt x="973146" y="-105081"/>
                  <a:pt x="2123617" y="-87976"/>
                  <a:pt x="3678206" y="0"/>
                </a:cubicBezTo>
                <a:cubicBezTo>
                  <a:pt x="3817474" y="18527"/>
                  <a:pt x="3971920" y="122931"/>
                  <a:pt x="3961575" y="283369"/>
                </a:cubicBezTo>
                <a:cubicBezTo>
                  <a:pt x="3993700" y="431271"/>
                  <a:pt x="3971713" y="1221728"/>
                  <a:pt x="3961575" y="1416809"/>
                </a:cubicBezTo>
                <a:cubicBezTo>
                  <a:pt x="3950822" y="1564736"/>
                  <a:pt x="3833580" y="1708659"/>
                  <a:pt x="3678206" y="1700178"/>
                </a:cubicBezTo>
                <a:cubicBezTo>
                  <a:pt x="2104852" y="1821206"/>
                  <a:pt x="1755534" y="1820269"/>
                  <a:pt x="283369" y="1700178"/>
                </a:cubicBezTo>
                <a:cubicBezTo>
                  <a:pt x="150548" y="1705579"/>
                  <a:pt x="-11776" y="1596494"/>
                  <a:pt x="0" y="1416809"/>
                </a:cubicBezTo>
                <a:cubicBezTo>
                  <a:pt x="47161" y="1110701"/>
                  <a:pt x="86095" y="722830"/>
                  <a:pt x="0" y="283369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standalone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Sometimes it may be complex to install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library. In case you encounter any error, you can install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standalone software.</a:t>
            </a:r>
          </a:p>
        </p:txBody>
      </p:sp>
      <p:sp>
        <p:nvSpPr>
          <p:cNvPr id="299" name="Rectangle: Rounded Corners 298">
            <a:hlinkClick r:id="rId13"/>
            <a:extLst>
              <a:ext uri="{FF2B5EF4-FFF2-40B4-BE49-F238E27FC236}">
                <a16:creationId xmlns:a16="http://schemas.microsoft.com/office/drawing/2014/main" id="{35E7F8E2-CDA8-78E2-2F38-6C5FE5F9BAEE}"/>
              </a:ext>
            </a:extLst>
          </p:cNvPr>
          <p:cNvSpPr/>
          <p:nvPr/>
        </p:nvSpPr>
        <p:spPr>
          <a:xfrm>
            <a:off x="9511056" y="16721111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304" name="Connector: Elbow 303">
            <a:extLst>
              <a:ext uri="{FF2B5EF4-FFF2-40B4-BE49-F238E27FC236}">
                <a16:creationId xmlns:a16="http://schemas.microsoft.com/office/drawing/2014/main" id="{3CDCA431-F30A-1B1A-0B27-4F9FE4DE1456}"/>
              </a:ext>
            </a:extLst>
          </p:cNvPr>
          <p:cNvCxnSpPr>
            <a:cxnSpLocks/>
            <a:stCxn id="59" idx="3"/>
            <a:endCxn id="298" idx="1"/>
          </p:cNvCxnSpPr>
          <p:nvPr/>
        </p:nvCxnSpPr>
        <p:spPr>
          <a:xfrm flipV="1">
            <a:off x="7331838" y="13735552"/>
            <a:ext cx="1089828" cy="265584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4BC7B57E-B57F-CFE3-99A8-6EF23BDD705D}"/>
              </a:ext>
            </a:extLst>
          </p:cNvPr>
          <p:cNvCxnSpPr>
            <a:cxnSpLocks/>
            <a:stCxn id="298" idx="2"/>
            <a:endCxn id="299" idx="0"/>
          </p:cNvCxnSpPr>
          <p:nvPr/>
        </p:nvCxnSpPr>
        <p:spPr>
          <a:xfrm flipH="1">
            <a:off x="10402450" y="14585641"/>
            <a:ext cx="4" cy="213547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8" name="Graphic 327" descr="Close with solid fill">
            <a:extLst>
              <a:ext uri="{FF2B5EF4-FFF2-40B4-BE49-F238E27FC236}">
                <a16:creationId xmlns:a16="http://schemas.microsoft.com/office/drawing/2014/main" id="{8E2CDBC4-3B01-C4BB-AA84-892189ACD1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57899" y="15943976"/>
            <a:ext cx="431425" cy="431425"/>
          </a:xfrm>
          <a:prstGeom prst="rect">
            <a:avLst/>
          </a:prstGeom>
        </p:spPr>
      </p:pic>
      <p:pic>
        <p:nvPicPr>
          <p:cNvPr id="329" name="Graphic 328" descr="Checkmark with solid fill">
            <a:extLst>
              <a:ext uri="{FF2B5EF4-FFF2-40B4-BE49-F238E27FC236}">
                <a16:creationId xmlns:a16="http://schemas.microsoft.com/office/drawing/2014/main" id="{3EED5478-C618-30DF-BBF4-CD9EA9F499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8302" y="14995939"/>
            <a:ext cx="431425" cy="431425"/>
          </a:xfrm>
          <a:prstGeom prst="rect">
            <a:avLst/>
          </a:prstGeom>
        </p:spPr>
      </p:pic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FE02A376-9E3B-65BC-FFF4-4C999CE4DF2D}"/>
              </a:ext>
            </a:extLst>
          </p:cNvPr>
          <p:cNvSpPr/>
          <p:nvPr/>
        </p:nvSpPr>
        <p:spPr>
          <a:xfrm>
            <a:off x="178032" y="15846077"/>
            <a:ext cx="3428899" cy="1094532"/>
          </a:xfrm>
          <a:custGeom>
            <a:avLst/>
            <a:gdLst>
              <a:gd name="connsiteX0" fmla="*/ 0 w 3428899"/>
              <a:gd name="connsiteY0" fmla="*/ 182426 h 1094532"/>
              <a:gd name="connsiteX1" fmla="*/ 182426 w 3428899"/>
              <a:gd name="connsiteY1" fmla="*/ 0 h 1094532"/>
              <a:gd name="connsiteX2" fmla="*/ 3246473 w 3428899"/>
              <a:gd name="connsiteY2" fmla="*/ 0 h 1094532"/>
              <a:gd name="connsiteX3" fmla="*/ 3428899 w 3428899"/>
              <a:gd name="connsiteY3" fmla="*/ 182426 h 1094532"/>
              <a:gd name="connsiteX4" fmla="*/ 3428899 w 3428899"/>
              <a:gd name="connsiteY4" fmla="*/ 912106 h 1094532"/>
              <a:gd name="connsiteX5" fmla="*/ 3246473 w 3428899"/>
              <a:gd name="connsiteY5" fmla="*/ 1094532 h 1094532"/>
              <a:gd name="connsiteX6" fmla="*/ 182426 w 3428899"/>
              <a:gd name="connsiteY6" fmla="*/ 1094532 h 1094532"/>
              <a:gd name="connsiteX7" fmla="*/ 0 w 3428899"/>
              <a:gd name="connsiteY7" fmla="*/ 912106 h 1094532"/>
              <a:gd name="connsiteX8" fmla="*/ 0 w 3428899"/>
              <a:gd name="connsiteY8" fmla="*/ 182426 h 109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8899" h="1094532" fill="none" extrusionOk="0">
                <a:moveTo>
                  <a:pt x="0" y="182426"/>
                </a:moveTo>
                <a:cubicBezTo>
                  <a:pt x="-17217" y="82870"/>
                  <a:pt x="84073" y="-218"/>
                  <a:pt x="182426" y="0"/>
                </a:cubicBezTo>
                <a:cubicBezTo>
                  <a:pt x="614344" y="-76428"/>
                  <a:pt x="1973964" y="-98079"/>
                  <a:pt x="3246473" y="0"/>
                </a:cubicBezTo>
                <a:cubicBezTo>
                  <a:pt x="3347501" y="3373"/>
                  <a:pt x="3419855" y="78200"/>
                  <a:pt x="3428899" y="182426"/>
                </a:cubicBezTo>
                <a:cubicBezTo>
                  <a:pt x="3442536" y="269601"/>
                  <a:pt x="3375812" y="776809"/>
                  <a:pt x="3428899" y="912106"/>
                </a:cubicBezTo>
                <a:cubicBezTo>
                  <a:pt x="3430102" y="1006610"/>
                  <a:pt x="3359006" y="1104012"/>
                  <a:pt x="3246473" y="1094532"/>
                </a:cubicBezTo>
                <a:cubicBezTo>
                  <a:pt x="1929961" y="1048585"/>
                  <a:pt x="621746" y="1173693"/>
                  <a:pt x="182426" y="1094532"/>
                </a:cubicBezTo>
                <a:cubicBezTo>
                  <a:pt x="96468" y="1101640"/>
                  <a:pt x="7642" y="1000770"/>
                  <a:pt x="0" y="912106"/>
                </a:cubicBezTo>
                <a:cubicBezTo>
                  <a:pt x="6154" y="597220"/>
                  <a:pt x="32344" y="348160"/>
                  <a:pt x="0" y="182426"/>
                </a:cubicBezTo>
                <a:close/>
              </a:path>
              <a:path w="3428899" h="1094532" stroke="0" extrusionOk="0">
                <a:moveTo>
                  <a:pt x="0" y="182426"/>
                </a:moveTo>
                <a:cubicBezTo>
                  <a:pt x="-17013" y="83023"/>
                  <a:pt x="87256" y="90"/>
                  <a:pt x="182426" y="0"/>
                </a:cubicBezTo>
                <a:cubicBezTo>
                  <a:pt x="1248738" y="-105081"/>
                  <a:pt x="2036968" y="-87976"/>
                  <a:pt x="3246473" y="0"/>
                </a:cubicBezTo>
                <a:cubicBezTo>
                  <a:pt x="3338014" y="9902"/>
                  <a:pt x="3443055" y="76285"/>
                  <a:pt x="3428899" y="182426"/>
                </a:cubicBezTo>
                <a:cubicBezTo>
                  <a:pt x="3463393" y="421433"/>
                  <a:pt x="3493721" y="627737"/>
                  <a:pt x="3428899" y="912106"/>
                </a:cubicBezTo>
                <a:cubicBezTo>
                  <a:pt x="3423923" y="1008890"/>
                  <a:pt x="3345091" y="1110603"/>
                  <a:pt x="3246473" y="1094532"/>
                </a:cubicBezTo>
                <a:cubicBezTo>
                  <a:pt x="2075295" y="1215560"/>
                  <a:pt x="622389" y="1214623"/>
                  <a:pt x="182426" y="1094532"/>
                </a:cubicBezTo>
                <a:cubicBezTo>
                  <a:pt x="99197" y="1098529"/>
                  <a:pt x="-7521" y="1027665"/>
                  <a:pt x="0" y="912106"/>
                </a:cubicBezTo>
                <a:cubicBezTo>
                  <a:pt x="-15789" y="565960"/>
                  <a:pt x="-33000" y="514761"/>
                  <a:pt x="0" y="182426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checks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double check you </a:t>
            </a:r>
            <a:r>
              <a:rPr lang="en-GB" sz="160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installation we will ask you to test it by running a small script</a:t>
            </a:r>
          </a:p>
        </p:txBody>
      </p: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437DC5A5-A745-17E7-D1AC-86271E502461}"/>
              </a:ext>
            </a:extLst>
          </p:cNvPr>
          <p:cNvCxnSpPr>
            <a:cxnSpLocks/>
            <a:stCxn id="59" idx="1"/>
            <a:endCxn id="330" idx="3"/>
          </p:cNvCxnSpPr>
          <p:nvPr/>
        </p:nvCxnSpPr>
        <p:spPr>
          <a:xfrm flipH="1">
            <a:off x="3606928" y="16391391"/>
            <a:ext cx="1251308" cy="195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6" name="Rectangle: Rounded Corners 345">
            <a:hlinkClick r:id="rId14"/>
            <a:extLst>
              <a:ext uri="{FF2B5EF4-FFF2-40B4-BE49-F238E27FC236}">
                <a16:creationId xmlns:a16="http://schemas.microsoft.com/office/drawing/2014/main" id="{AB37A5FB-A5EE-70CE-4BF6-C37FEC5DCD52}"/>
              </a:ext>
            </a:extLst>
          </p:cNvPr>
          <p:cNvSpPr/>
          <p:nvPr/>
        </p:nvSpPr>
        <p:spPr>
          <a:xfrm>
            <a:off x="956138" y="17610455"/>
            <a:ext cx="1872678" cy="617314"/>
          </a:xfrm>
          <a:custGeom>
            <a:avLst/>
            <a:gdLst>
              <a:gd name="connsiteX0" fmla="*/ 0 w 1872678"/>
              <a:gd name="connsiteY0" fmla="*/ 102888 h 617314"/>
              <a:gd name="connsiteX1" fmla="*/ 102888 w 1872678"/>
              <a:gd name="connsiteY1" fmla="*/ 0 h 617314"/>
              <a:gd name="connsiteX2" fmla="*/ 675191 w 1872678"/>
              <a:gd name="connsiteY2" fmla="*/ 0 h 617314"/>
              <a:gd name="connsiteX3" fmla="*/ 1197487 w 1872678"/>
              <a:gd name="connsiteY3" fmla="*/ 0 h 617314"/>
              <a:gd name="connsiteX4" fmla="*/ 1769790 w 1872678"/>
              <a:gd name="connsiteY4" fmla="*/ 0 h 617314"/>
              <a:gd name="connsiteX5" fmla="*/ 1872678 w 1872678"/>
              <a:gd name="connsiteY5" fmla="*/ 102888 h 617314"/>
              <a:gd name="connsiteX6" fmla="*/ 1872678 w 1872678"/>
              <a:gd name="connsiteY6" fmla="*/ 514426 h 617314"/>
              <a:gd name="connsiteX7" fmla="*/ 1769790 w 1872678"/>
              <a:gd name="connsiteY7" fmla="*/ 617314 h 617314"/>
              <a:gd name="connsiteX8" fmla="*/ 1180818 w 1872678"/>
              <a:gd name="connsiteY8" fmla="*/ 617314 h 617314"/>
              <a:gd name="connsiteX9" fmla="*/ 641853 w 1872678"/>
              <a:gd name="connsiteY9" fmla="*/ 617314 h 617314"/>
              <a:gd name="connsiteX10" fmla="*/ 102888 w 1872678"/>
              <a:gd name="connsiteY10" fmla="*/ 617314 h 617314"/>
              <a:gd name="connsiteX11" fmla="*/ 0 w 1872678"/>
              <a:gd name="connsiteY11" fmla="*/ 514426 h 617314"/>
              <a:gd name="connsiteX12" fmla="*/ 0 w 1872678"/>
              <a:gd name="connsiteY12" fmla="*/ 102888 h 61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2678" h="617314" fill="none" extrusionOk="0">
                <a:moveTo>
                  <a:pt x="0" y="102888"/>
                </a:moveTo>
                <a:cubicBezTo>
                  <a:pt x="-1077" y="42048"/>
                  <a:pt x="39983" y="-10041"/>
                  <a:pt x="102888" y="0"/>
                </a:cubicBezTo>
                <a:cubicBezTo>
                  <a:pt x="369770" y="13698"/>
                  <a:pt x="390755" y="22109"/>
                  <a:pt x="675191" y="0"/>
                </a:cubicBezTo>
                <a:cubicBezTo>
                  <a:pt x="959627" y="-22109"/>
                  <a:pt x="959843" y="-4815"/>
                  <a:pt x="1197487" y="0"/>
                </a:cubicBezTo>
                <a:cubicBezTo>
                  <a:pt x="1435131" y="4815"/>
                  <a:pt x="1484620" y="-12952"/>
                  <a:pt x="1769790" y="0"/>
                </a:cubicBezTo>
                <a:cubicBezTo>
                  <a:pt x="1830732" y="-1764"/>
                  <a:pt x="1867963" y="48417"/>
                  <a:pt x="1872678" y="102888"/>
                </a:cubicBezTo>
                <a:cubicBezTo>
                  <a:pt x="1859367" y="238557"/>
                  <a:pt x="1878098" y="393290"/>
                  <a:pt x="1872678" y="514426"/>
                </a:cubicBezTo>
                <a:cubicBezTo>
                  <a:pt x="1870634" y="579348"/>
                  <a:pt x="1838457" y="619464"/>
                  <a:pt x="1769790" y="617314"/>
                </a:cubicBezTo>
                <a:cubicBezTo>
                  <a:pt x="1577706" y="623635"/>
                  <a:pt x="1309271" y="640041"/>
                  <a:pt x="1180818" y="617314"/>
                </a:cubicBezTo>
                <a:cubicBezTo>
                  <a:pt x="1052365" y="594587"/>
                  <a:pt x="819230" y="604110"/>
                  <a:pt x="641853" y="617314"/>
                </a:cubicBezTo>
                <a:cubicBezTo>
                  <a:pt x="464476" y="630518"/>
                  <a:pt x="368709" y="640620"/>
                  <a:pt x="102888" y="617314"/>
                </a:cubicBezTo>
                <a:cubicBezTo>
                  <a:pt x="55262" y="618602"/>
                  <a:pt x="-1189" y="570764"/>
                  <a:pt x="0" y="514426"/>
                </a:cubicBezTo>
                <a:cubicBezTo>
                  <a:pt x="18866" y="422918"/>
                  <a:pt x="-18710" y="214865"/>
                  <a:pt x="0" y="102888"/>
                </a:cubicBezTo>
                <a:close/>
              </a:path>
              <a:path w="1872678" h="617314" stroke="0" extrusionOk="0">
                <a:moveTo>
                  <a:pt x="0" y="102888"/>
                </a:moveTo>
                <a:cubicBezTo>
                  <a:pt x="4947" y="50647"/>
                  <a:pt x="57027" y="-3045"/>
                  <a:pt x="102888" y="0"/>
                </a:cubicBezTo>
                <a:cubicBezTo>
                  <a:pt x="224744" y="19279"/>
                  <a:pt x="561184" y="10863"/>
                  <a:pt x="691860" y="0"/>
                </a:cubicBezTo>
                <a:cubicBezTo>
                  <a:pt x="822536" y="-10863"/>
                  <a:pt x="1013651" y="24169"/>
                  <a:pt x="1197487" y="0"/>
                </a:cubicBezTo>
                <a:cubicBezTo>
                  <a:pt x="1381323" y="-24169"/>
                  <a:pt x="1493665" y="-28242"/>
                  <a:pt x="1769790" y="0"/>
                </a:cubicBezTo>
                <a:cubicBezTo>
                  <a:pt x="1829584" y="9564"/>
                  <a:pt x="1868250" y="46082"/>
                  <a:pt x="1872678" y="102888"/>
                </a:cubicBezTo>
                <a:cubicBezTo>
                  <a:pt x="1884501" y="187663"/>
                  <a:pt x="1883883" y="380612"/>
                  <a:pt x="1872678" y="514426"/>
                </a:cubicBezTo>
                <a:cubicBezTo>
                  <a:pt x="1877988" y="562248"/>
                  <a:pt x="1831955" y="624936"/>
                  <a:pt x="1769790" y="617314"/>
                </a:cubicBezTo>
                <a:cubicBezTo>
                  <a:pt x="1549737" y="621860"/>
                  <a:pt x="1307918" y="639859"/>
                  <a:pt x="1180818" y="617314"/>
                </a:cubicBezTo>
                <a:cubicBezTo>
                  <a:pt x="1053718" y="594769"/>
                  <a:pt x="801700" y="624753"/>
                  <a:pt x="658522" y="617314"/>
                </a:cubicBezTo>
                <a:cubicBezTo>
                  <a:pt x="515344" y="609875"/>
                  <a:pt x="347545" y="613626"/>
                  <a:pt x="102888" y="617314"/>
                </a:cubicBezTo>
                <a:cubicBezTo>
                  <a:pt x="43448" y="626673"/>
                  <a:pt x="-3833" y="571840"/>
                  <a:pt x="0" y="514426"/>
                </a:cubicBezTo>
                <a:cubicBezTo>
                  <a:pt x="-4540" y="398661"/>
                  <a:pt x="-5513" y="293339"/>
                  <a:pt x="0" y="10288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check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447FDDC1-A615-EC92-BF83-F9C97BA80FCF}"/>
              </a:ext>
            </a:extLst>
          </p:cNvPr>
          <p:cNvCxnSpPr>
            <a:cxnSpLocks/>
          </p:cNvCxnSpPr>
          <p:nvPr/>
        </p:nvCxnSpPr>
        <p:spPr>
          <a:xfrm flipH="1">
            <a:off x="1883883" y="16940609"/>
            <a:ext cx="1" cy="6698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0645E236-D46D-C0A1-4549-FD245688F3F4}"/>
              </a:ext>
            </a:extLst>
          </p:cNvPr>
          <p:cNvSpPr/>
          <p:nvPr/>
        </p:nvSpPr>
        <p:spPr>
          <a:xfrm>
            <a:off x="194460" y="19149694"/>
            <a:ext cx="3396034" cy="1094532"/>
          </a:xfrm>
          <a:custGeom>
            <a:avLst/>
            <a:gdLst>
              <a:gd name="connsiteX0" fmla="*/ 0 w 3396034"/>
              <a:gd name="connsiteY0" fmla="*/ 240480 h 1094532"/>
              <a:gd name="connsiteX1" fmla="*/ 240480 w 3396034"/>
              <a:gd name="connsiteY1" fmla="*/ 0 h 1094532"/>
              <a:gd name="connsiteX2" fmla="*/ 3155554 w 3396034"/>
              <a:gd name="connsiteY2" fmla="*/ 0 h 1094532"/>
              <a:gd name="connsiteX3" fmla="*/ 3396034 w 3396034"/>
              <a:gd name="connsiteY3" fmla="*/ 240480 h 1094532"/>
              <a:gd name="connsiteX4" fmla="*/ 3396034 w 3396034"/>
              <a:gd name="connsiteY4" fmla="*/ 854052 h 1094532"/>
              <a:gd name="connsiteX5" fmla="*/ 3155554 w 3396034"/>
              <a:gd name="connsiteY5" fmla="*/ 1094532 h 1094532"/>
              <a:gd name="connsiteX6" fmla="*/ 240480 w 3396034"/>
              <a:gd name="connsiteY6" fmla="*/ 1094532 h 1094532"/>
              <a:gd name="connsiteX7" fmla="*/ 0 w 3396034"/>
              <a:gd name="connsiteY7" fmla="*/ 854052 h 1094532"/>
              <a:gd name="connsiteX8" fmla="*/ 0 w 3396034"/>
              <a:gd name="connsiteY8" fmla="*/ 240480 h 109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96034" h="1094532" fill="none" extrusionOk="0">
                <a:moveTo>
                  <a:pt x="0" y="240480"/>
                </a:moveTo>
                <a:cubicBezTo>
                  <a:pt x="-6376" y="108109"/>
                  <a:pt x="127078" y="-1768"/>
                  <a:pt x="240480" y="0"/>
                </a:cubicBezTo>
                <a:cubicBezTo>
                  <a:pt x="846812" y="-76428"/>
                  <a:pt x="2138613" y="-98079"/>
                  <a:pt x="3155554" y="0"/>
                </a:cubicBezTo>
                <a:cubicBezTo>
                  <a:pt x="3289871" y="18310"/>
                  <a:pt x="3392521" y="106317"/>
                  <a:pt x="3396034" y="240480"/>
                </a:cubicBezTo>
                <a:cubicBezTo>
                  <a:pt x="3358829" y="318151"/>
                  <a:pt x="3417339" y="652471"/>
                  <a:pt x="3396034" y="854052"/>
                </a:cubicBezTo>
                <a:cubicBezTo>
                  <a:pt x="3397172" y="980954"/>
                  <a:pt x="3293437" y="1098612"/>
                  <a:pt x="3155554" y="1094532"/>
                </a:cubicBezTo>
                <a:cubicBezTo>
                  <a:pt x="2140387" y="1048585"/>
                  <a:pt x="694919" y="1173693"/>
                  <a:pt x="240480" y="1094532"/>
                </a:cubicBezTo>
                <a:cubicBezTo>
                  <a:pt x="122292" y="1101559"/>
                  <a:pt x="9236" y="972255"/>
                  <a:pt x="0" y="854052"/>
                </a:cubicBezTo>
                <a:cubicBezTo>
                  <a:pt x="25710" y="606882"/>
                  <a:pt x="-28310" y="329664"/>
                  <a:pt x="0" y="240480"/>
                </a:cubicBezTo>
                <a:close/>
              </a:path>
              <a:path w="3396034" h="1094532" stroke="0" extrusionOk="0">
                <a:moveTo>
                  <a:pt x="0" y="240480"/>
                </a:moveTo>
                <a:cubicBezTo>
                  <a:pt x="-26346" y="109755"/>
                  <a:pt x="122919" y="247"/>
                  <a:pt x="240480" y="0"/>
                </a:cubicBezTo>
                <a:cubicBezTo>
                  <a:pt x="1076682" y="-105081"/>
                  <a:pt x="2044083" y="-87976"/>
                  <a:pt x="3155554" y="0"/>
                </a:cubicBezTo>
                <a:cubicBezTo>
                  <a:pt x="3274997" y="14374"/>
                  <a:pt x="3406157" y="103813"/>
                  <a:pt x="3396034" y="240480"/>
                </a:cubicBezTo>
                <a:cubicBezTo>
                  <a:pt x="3383561" y="421591"/>
                  <a:pt x="3399754" y="785952"/>
                  <a:pt x="3396034" y="854052"/>
                </a:cubicBezTo>
                <a:cubicBezTo>
                  <a:pt x="3390143" y="982168"/>
                  <a:pt x="3285191" y="1118457"/>
                  <a:pt x="3155554" y="1094532"/>
                </a:cubicBezTo>
                <a:cubicBezTo>
                  <a:pt x="1921207" y="1215560"/>
                  <a:pt x="1601854" y="1214623"/>
                  <a:pt x="240480" y="1094532"/>
                </a:cubicBezTo>
                <a:cubicBezTo>
                  <a:pt x="126754" y="1098886"/>
                  <a:pt x="-2542" y="991870"/>
                  <a:pt x="0" y="854052"/>
                </a:cubicBezTo>
                <a:cubicBezTo>
                  <a:pt x="-5648" y="758395"/>
                  <a:pt x="52474" y="322533"/>
                  <a:pt x="0" y="240480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2197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 everything go well?</a:t>
            </a:r>
          </a:p>
          <a:p>
            <a:pPr algn="just"/>
            <a:r>
              <a:rPr lang="en-GB" sz="160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(did you see the message that you are ready for the workshop?)</a:t>
            </a:r>
          </a:p>
        </p:txBody>
      </p: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ACE3F4DF-D2FA-650E-188E-1864EDC79AA0}"/>
              </a:ext>
            </a:extLst>
          </p:cNvPr>
          <p:cNvCxnSpPr>
            <a:cxnSpLocks/>
          </p:cNvCxnSpPr>
          <p:nvPr/>
        </p:nvCxnSpPr>
        <p:spPr>
          <a:xfrm>
            <a:off x="1875661" y="18227772"/>
            <a:ext cx="0" cy="9138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6" name="Rectangle: Rounded Corners 355">
            <a:extLst>
              <a:ext uri="{FF2B5EF4-FFF2-40B4-BE49-F238E27FC236}">
                <a16:creationId xmlns:a16="http://schemas.microsoft.com/office/drawing/2014/main" id="{2FE00998-FE6B-7D59-43F7-878FD843EBD9}"/>
              </a:ext>
            </a:extLst>
          </p:cNvPr>
          <p:cNvSpPr/>
          <p:nvPr/>
        </p:nvSpPr>
        <p:spPr>
          <a:xfrm>
            <a:off x="4706791" y="18323468"/>
            <a:ext cx="3512788" cy="2738903"/>
          </a:xfrm>
          <a:custGeom>
            <a:avLst/>
            <a:gdLst>
              <a:gd name="connsiteX0" fmla="*/ 0 w 3512788"/>
              <a:gd name="connsiteY0" fmla="*/ 497357 h 2738903"/>
              <a:gd name="connsiteX1" fmla="*/ 497357 w 3512788"/>
              <a:gd name="connsiteY1" fmla="*/ 0 h 2738903"/>
              <a:gd name="connsiteX2" fmla="*/ 3015431 w 3512788"/>
              <a:gd name="connsiteY2" fmla="*/ 0 h 2738903"/>
              <a:gd name="connsiteX3" fmla="*/ 3512788 w 3512788"/>
              <a:gd name="connsiteY3" fmla="*/ 497357 h 2738903"/>
              <a:gd name="connsiteX4" fmla="*/ 3512788 w 3512788"/>
              <a:gd name="connsiteY4" fmla="*/ 2241546 h 2738903"/>
              <a:gd name="connsiteX5" fmla="*/ 3015431 w 3512788"/>
              <a:gd name="connsiteY5" fmla="*/ 2738903 h 2738903"/>
              <a:gd name="connsiteX6" fmla="*/ 497357 w 3512788"/>
              <a:gd name="connsiteY6" fmla="*/ 2738903 h 2738903"/>
              <a:gd name="connsiteX7" fmla="*/ 0 w 3512788"/>
              <a:gd name="connsiteY7" fmla="*/ 2241546 h 2738903"/>
              <a:gd name="connsiteX8" fmla="*/ 0 w 3512788"/>
              <a:gd name="connsiteY8" fmla="*/ 497357 h 2738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2788" h="2738903" fill="none" extrusionOk="0">
                <a:moveTo>
                  <a:pt x="0" y="497357"/>
                </a:moveTo>
                <a:cubicBezTo>
                  <a:pt x="-36568" y="225211"/>
                  <a:pt x="265929" y="-3939"/>
                  <a:pt x="497357" y="0"/>
                </a:cubicBezTo>
                <a:cubicBezTo>
                  <a:pt x="1461123" y="-76428"/>
                  <a:pt x="2699821" y="-98079"/>
                  <a:pt x="3015431" y="0"/>
                </a:cubicBezTo>
                <a:cubicBezTo>
                  <a:pt x="3291345" y="14992"/>
                  <a:pt x="3475228" y="208243"/>
                  <a:pt x="3512788" y="497357"/>
                </a:cubicBezTo>
                <a:cubicBezTo>
                  <a:pt x="3438806" y="1313130"/>
                  <a:pt x="3623516" y="1444070"/>
                  <a:pt x="3512788" y="2241546"/>
                </a:cubicBezTo>
                <a:cubicBezTo>
                  <a:pt x="3520432" y="2476530"/>
                  <a:pt x="3326502" y="2768181"/>
                  <a:pt x="3015431" y="2738903"/>
                </a:cubicBezTo>
                <a:cubicBezTo>
                  <a:pt x="2225975" y="2692956"/>
                  <a:pt x="1030461" y="2818064"/>
                  <a:pt x="497357" y="2738903"/>
                </a:cubicBezTo>
                <a:cubicBezTo>
                  <a:pt x="239683" y="2747076"/>
                  <a:pt x="24426" y="2477593"/>
                  <a:pt x="0" y="2241546"/>
                </a:cubicBezTo>
                <a:cubicBezTo>
                  <a:pt x="48235" y="1377694"/>
                  <a:pt x="-101811" y="1127026"/>
                  <a:pt x="0" y="497357"/>
                </a:cubicBezTo>
                <a:close/>
              </a:path>
              <a:path w="3512788" h="2738903" stroke="0" extrusionOk="0">
                <a:moveTo>
                  <a:pt x="0" y="497357"/>
                </a:moveTo>
                <a:cubicBezTo>
                  <a:pt x="-17782" y="224083"/>
                  <a:pt x="239769" y="277"/>
                  <a:pt x="497357" y="0"/>
                </a:cubicBezTo>
                <a:cubicBezTo>
                  <a:pt x="1229127" y="-105081"/>
                  <a:pt x="2332080" y="-87976"/>
                  <a:pt x="3015431" y="0"/>
                </a:cubicBezTo>
                <a:cubicBezTo>
                  <a:pt x="3266709" y="25164"/>
                  <a:pt x="3547051" y="209629"/>
                  <a:pt x="3512788" y="497357"/>
                </a:cubicBezTo>
                <a:cubicBezTo>
                  <a:pt x="3595380" y="897682"/>
                  <a:pt x="3379571" y="2005336"/>
                  <a:pt x="3512788" y="2241546"/>
                </a:cubicBezTo>
                <a:cubicBezTo>
                  <a:pt x="3502024" y="2507648"/>
                  <a:pt x="3289240" y="2745488"/>
                  <a:pt x="3015431" y="2738903"/>
                </a:cubicBezTo>
                <a:cubicBezTo>
                  <a:pt x="2570385" y="2859931"/>
                  <a:pt x="1585717" y="2858994"/>
                  <a:pt x="497357" y="2738903"/>
                </a:cubicBezTo>
                <a:cubicBezTo>
                  <a:pt x="264441" y="2748430"/>
                  <a:pt x="-6714" y="2529447"/>
                  <a:pt x="0" y="2241546"/>
                </a:cubicBezTo>
                <a:cubicBezTo>
                  <a:pt x="-57274" y="2023126"/>
                  <a:pt x="-94379" y="956337"/>
                  <a:pt x="0" y="497357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18159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That's unfortunate! </a:t>
            </a:r>
          </a:p>
          <a:p>
            <a:pPr marL="285795" indent="-285795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let us know what issues you're experiencing - we're happy to help troubleshoot.</a:t>
            </a:r>
          </a:p>
          <a:p>
            <a:pPr marL="285795" indent="-285795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Also, the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forum is an excellent resource with many experts</a:t>
            </a:r>
          </a:p>
        </p:txBody>
      </p: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48A99582-C8C8-762A-836A-82040AE6DC1A}"/>
              </a:ext>
            </a:extLst>
          </p:cNvPr>
          <p:cNvCxnSpPr>
            <a:cxnSpLocks/>
          </p:cNvCxnSpPr>
          <p:nvPr/>
        </p:nvCxnSpPr>
        <p:spPr>
          <a:xfrm>
            <a:off x="3590495" y="19692916"/>
            <a:ext cx="109882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0" name="Connector: Elbow 379">
            <a:extLst>
              <a:ext uri="{FF2B5EF4-FFF2-40B4-BE49-F238E27FC236}">
                <a16:creationId xmlns:a16="http://schemas.microsoft.com/office/drawing/2014/main" id="{034F279D-3BF8-A771-CBF0-D7FB7158FD6F}"/>
              </a:ext>
            </a:extLst>
          </p:cNvPr>
          <p:cNvCxnSpPr>
            <a:cxnSpLocks/>
            <a:stCxn id="351" idx="2"/>
            <a:endCxn id="417" idx="1"/>
          </p:cNvCxnSpPr>
          <p:nvPr/>
        </p:nvCxnSpPr>
        <p:spPr>
          <a:xfrm rot="16200000" flipH="1">
            <a:off x="1416609" y="20720093"/>
            <a:ext cx="2195841" cy="1244105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86" name="Graphic 385" descr="Checkmark with solid fill">
            <a:extLst>
              <a:ext uri="{FF2B5EF4-FFF2-40B4-BE49-F238E27FC236}">
                <a16:creationId xmlns:a16="http://schemas.microsoft.com/office/drawing/2014/main" id="{73236EC4-CDB8-65BD-86AC-E4DE315B84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1412" y="21482994"/>
            <a:ext cx="431425" cy="431425"/>
          </a:xfrm>
          <a:prstGeom prst="rect">
            <a:avLst/>
          </a:prstGeom>
        </p:spPr>
      </p:pic>
      <p:pic>
        <p:nvPicPr>
          <p:cNvPr id="387" name="Graphic 386" descr="Close with solid fill">
            <a:extLst>
              <a:ext uri="{FF2B5EF4-FFF2-40B4-BE49-F238E27FC236}">
                <a16:creationId xmlns:a16="http://schemas.microsoft.com/office/drawing/2014/main" id="{A3C72F3B-BB9E-BC93-2E5E-4A4A46E051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20750" y="19240878"/>
            <a:ext cx="431425" cy="431425"/>
          </a:xfrm>
          <a:prstGeom prst="rect">
            <a:avLst/>
          </a:prstGeom>
        </p:spPr>
      </p:pic>
      <p:cxnSp>
        <p:nvCxnSpPr>
          <p:cNvPr id="389" name="Connector: Elbow 388">
            <a:extLst>
              <a:ext uri="{FF2B5EF4-FFF2-40B4-BE49-F238E27FC236}">
                <a16:creationId xmlns:a16="http://schemas.microsoft.com/office/drawing/2014/main" id="{4C2A8C2D-BA86-2073-26EE-4786274BC9CE}"/>
              </a:ext>
            </a:extLst>
          </p:cNvPr>
          <p:cNvCxnSpPr>
            <a:cxnSpLocks/>
            <a:stCxn id="299" idx="1"/>
            <a:endCxn id="330" idx="3"/>
          </p:cNvCxnSpPr>
          <p:nvPr/>
        </p:nvCxnSpPr>
        <p:spPr>
          <a:xfrm rot="10800000">
            <a:off x="3606928" y="16393349"/>
            <a:ext cx="5904128" cy="702755"/>
          </a:xfrm>
          <a:prstGeom prst="bentConnector3">
            <a:avLst>
              <a:gd name="adj1" fmla="val 88842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7" name="Graphic 406" descr="Close with solid fill">
            <a:extLst>
              <a:ext uri="{FF2B5EF4-FFF2-40B4-BE49-F238E27FC236}">
                <a16:creationId xmlns:a16="http://schemas.microsoft.com/office/drawing/2014/main" id="{B27FC9CF-E4D0-5DCF-7E74-43E989DF57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0850" y="5229193"/>
            <a:ext cx="431425" cy="431425"/>
          </a:xfrm>
          <a:prstGeom prst="rect">
            <a:avLst/>
          </a:prstGeom>
        </p:spPr>
      </p:pic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5A106227-3C4A-A14D-AC6D-9D77F5CC8587}"/>
              </a:ext>
            </a:extLst>
          </p:cNvPr>
          <p:cNvCxnSpPr>
            <a:cxnSpLocks/>
            <a:stCxn id="65" idx="1"/>
          </p:cNvCxnSpPr>
          <p:nvPr/>
        </p:nvCxnSpPr>
        <p:spPr>
          <a:xfrm flipH="1">
            <a:off x="1274232" y="5692609"/>
            <a:ext cx="47562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2" name="Graphic 411" descr="Checkmark with solid fill">
            <a:extLst>
              <a:ext uri="{FF2B5EF4-FFF2-40B4-BE49-F238E27FC236}">
                <a16:creationId xmlns:a16="http://schemas.microsoft.com/office/drawing/2014/main" id="{CC634CB4-CF24-30AC-7C5D-447F81C236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1251" y="6365616"/>
            <a:ext cx="431425" cy="431425"/>
          </a:xfrm>
          <a:prstGeom prst="rect">
            <a:avLst/>
          </a:prstGeom>
        </p:spPr>
      </p:pic>
      <p:sp>
        <p:nvSpPr>
          <p:cNvPr id="417" name="Rectangle: Rounded Corners 416">
            <a:hlinkClick r:id="rId15"/>
            <a:extLst>
              <a:ext uri="{FF2B5EF4-FFF2-40B4-BE49-F238E27FC236}">
                <a16:creationId xmlns:a16="http://schemas.microsoft.com/office/drawing/2014/main" id="{8B2E5F8C-A55D-207B-4971-B5FF6AD4E8F6}"/>
              </a:ext>
            </a:extLst>
          </p:cNvPr>
          <p:cNvSpPr/>
          <p:nvPr/>
        </p:nvSpPr>
        <p:spPr>
          <a:xfrm>
            <a:off x="3136582" y="21611983"/>
            <a:ext cx="6326835" cy="1656168"/>
          </a:xfrm>
          <a:custGeom>
            <a:avLst/>
            <a:gdLst>
              <a:gd name="connsiteX0" fmla="*/ 0 w 6326835"/>
              <a:gd name="connsiteY0" fmla="*/ 363877 h 1656168"/>
              <a:gd name="connsiteX1" fmla="*/ 363877 w 6326835"/>
              <a:gd name="connsiteY1" fmla="*/ 0 h 1656168"/>
              <a:gd name="connsiteX2" fmla="*/ 5962958 w 6326835"/>
              <a:gd name="connsiteY2" fmla="*/ 0 h 1656168"/>
              <a:gd name="connsiteX3" fmla="*/ 6326835 w 6326835"/>
              <a:gd name="connsiteY3" fmla="*/ 363877 h 1656168"/>
              <a:gd name="connsiteX4" fmla="*/ 6326835 w 6326835"/>
              <a:gd name="connsiteY4" fmla="*/ 1292291 h 1656168"/>
              <a:gd name="connsiteX5" fmla="*/ 5962958 w 6326835"/>
              <a:gd name="connsiteY5" fmla="*/ 1656168 h 1656168"/>
              <a:gd name="connsiteX6" fmla="*/ 363877 w 6326835"/>
              <a:gd name="connsiteY6" fmla="*/ 1656168 h 1656168"/>
              <a:gd name="connsiteX7" fmla="*/ 0 w 6326835"/>
              <a:gd name="connsiteY7" fmla="*/ 1292291 h 1656168"/>
              <a:gd name="connsiteX8" fmla="*/ 0 w 6326835"/>
              <a:gd name="connsiteY8" fmla="*/ 363877 h 165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26835" h="1656168" fill="none" extrusionOk="0">
                <a:moveTo>
                  <a:pt x="0" y="363877"/>
                </a:moveTo>
                <a:cubicBezTo>
                  <a:pt x="-39851" y="165678"/>
                  <a:pt x="196178" y="-3030"/>
                  <a:pt x="363877" y="0"/>
                </a:cubicBezTo>
                <a:cubicBezTo>
                  <a:pt x="2048378" y="-76428"/>
                  <a:pt x="4248383" y="-98079"/>
                  <a:pt x="5962958" y="0"/>
                </a:cubicBezTo>
                <a:cubicBezTo>
                  <a:pt x="6166413" y="30328"/>
                  <a:pt x="6291418" y="149306"/>
                  <a:pt x="6326835" y="363877"/>
                </a:cubicBezTo>
                <a:cubicBezTo>
                  <a:pt x="6257485" y="464901"/>
                  <a:pt x="6277275" y="1160087"/>
                  <a:pt x="6326835" y="1292291"/>
                </a:cubicBezTo>
                <a:cubicBezTo>
                  <a:pt x="6332182" y="1465484"/>
                  <a:pt x="6189740" y="1676942"/>
                  <a:pt x="5962958" y="1656168"/>
                </a:cubicBezTo>
                <a:cubicBezTo>
                  <a:pt x="3848972" y="1610221"/>
                  <a:pt x="3080259" y="1735329"/>
                  <a:pt x="363877" y="1656168"/>
                </a:cubicBezTo>
                <a:cubicBezTo>
                  <a:pt x="186881" y="1667685"/>
                  <a:pt x="21168" y="1459772"/>
                  <a:pt x="0" y="1292291"/>
                </a:cubicBezTo>
                <a:cubicBezTo>
                  <a:pt x="544" y="998466"/>
                  <a:pt x="-2138" y="639421"/>
                  <a:pt x="0" y="363877"/>
                </a:cubicBezTo>
                <a:close/>
              </a:path>
              <a:path w="6326835" h="1656168" stroke="0" extrusionOk="0">
                <a:moveTo>
                  <a:pt x="0" y="363877"/>
                </a:moveTo>
                <a:cubicBezTo>
                  <a:pt x="-10500" y="163745"/>
                  <a:pt x="202960" y="649"/>
                  <a:pt x="363877" y="0"/>
                </a:cubicBezTo>
                <a:cubicBezTo>
                  <a:pt x="2107319" y="-105081"/>
                  <a:pt x="5178000" y="-87976"/>
                  <a:pt x="5962958" y="0"/>
                </a:cubicBezTo>
                <a:cubicBezTo>
                  <a:pt x="6155090" y="9495"/>
                  <a:pt x="6333008" y="160563"/>
                  <a:pt x="6326835" y="363877"/>
                </a:cubicBezTo>
                <a:cubicBezTo>
                  <a:pt x="6332262" y="547878"/>
                  <a:pt x="6292148" y="1060667"/>
                  <a:pt x="6326835" y="1292291"/>
                </a:cubicBezTo>
                <a:cubicBezTo>
                  <a:pt x="6307422" y="1477778"/>
                  <a:pt x="6158670" y="1695734"/>
                  <a:pt x="5962958" y="1656168"/>
                </a:cubicBezTo>
                <a:cubicBezTo>
                  <a:pt x="3218541" y="1777196"/>
                  <a:pt x="1652985" y="1776259"/>
                  <a:pt x="363877" y="1656168"/>
                </a:cubicBezTo>
                <a:cubicBezTo>
                  <a:pt x="193047" y="1663042"/>
                  <a:pt x="-18042" y="1528777"/>
                  <a:pt x="0" y="1292291"/>
                </a:cubicBezTo>
                <a:cubicBezTo>
                  <a:pt x="-79093" y="1131670"/>
                  <a:pt x="59037" y="548274"/>
                  <a:pt x="0" y="363877"/>
                </a:cubicBezTo>
                <a:close/>
              </a:path>
            </a:pathLst>
          </a:custGeom>
          <a:solidFill>
            <a:srgbClr val="00B3B3">
              <a:alpha val="69804"/>
            </a:srgbClr>
          </a:solidFill>
          <a:ln w="28575">
            <a:solidFill>
              <a:srgbClr val="018080"/>
            </a:solidFill>
            <a:extLst>
              <a:ext uri="{C807C97D-BFC1-408E-A445-0C87EB9F89A2}">
                <ask:lineSketchStyleProps xmlns:ask="http://schemas.microsoft.com/office/drawing/2018/sketchyshapes" sd="189759870">
                  <a:prstGeom prst="roundRect">
                    <a:avLst>
                      <a:gd name="adj" fmla="val 2197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1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 done!!!</a:t>
            </a:r>
          </a:p>
          <a:p>
            <a:endParaRPr lang="en-GB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officially one of us nerds now!!!!</a:t>
            </a:r>
          </a:p>
        </p:txBody>
      </p:sp>
      <p:pic>
        <p:nvPicPr>
          <p:cNvPr id="416" name="Picture 415" descr="A pink brain with blue glasses&#10;&#10;AI-generated content may be incorrect.">
            <a:extLst>
              <a:ext uri="{FF2B5EF4-FFF2-40B4-BE49-F238E27FC236}">
                <a16:creationId xmlns:a16="http://schemas.microsoft.com/office/drawing/2014/main" id="{461A99CA-7F2C-F2AE-E1DD-43FDDB99AB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160" y="21608334"/>
            <a:ext cx="1275832" cy="1275831"/>
          </a:xfrm>
          <a:prstGeom prst="rect">
            <a:avLst/>
          </a:prstGeom>
        </p:spPr>
      </p:pic>
      <p:sp>
        <p:nvSpPr>
          <p:cNvPr id="3" name="Rectangle: Rounded Corners 2">
            <a:hlinkClick r:id="rId8"/>
            <a:extLst>
              <a:ext uri="{FF2B5EF4-FFF2-40B4-BE49-F238E27FC236}">
                <a16:creationId xmlns:a16="http://schemas.microsoft.com/office/drawing/2014/main" id="{5A05495E-9357-E471-D091-454DB08C8488}"/>
              </a:ext>
            </a:extLst>
          </p:cNvPr>
          <p:cNvSpPr/>
          <p:nvPr/>
        </p:nvSpPr>
        <p:spPr>
          <a:xfrm>
            <a:off x="5211632" y="12494500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6F7CE1-A3D2-89FE-4874-695D6F60D8B0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4236243" y="12869487"/>
            <a:ext cx="975403" cy="517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AEB75B-B2FD-C857-22F8-9B24B288EDDC}"/>
              </a:ext>
            </a:extLst>
          </p:cNvPr>
          <p:cNvSpPr/>
          <p:nvPr/>
        </p:nvSpPr>
        <p:spPr>
          <a:xfrm>
            <a:off x="882828" y="12372136"/>
            <a:ext cx="3353402" cy="1005057"/>
          </a:xfrm>
          <a:custGeom>
            <a:avLst/>
            <a:gdLst>
              <a:gd name="connsiteX0" fmla="*/ 0 w 3353402"/>
              <a:gd name="connsiteY0" fmla="*/ 167513 h 1005057"/>
              <a:gd name="connsiteX1" fmla="*/ 167513 w 3353402"/>
              <a:gd name="connsiteY1" fmla="*/ 0 h 1005057"/>
              <a:gd name="connsiteX2" fmla="*/ 710821 w 3353402"/>
              <a:gd name="connsiteY2" fmla="*/ 0 h 1005057"/>
              <a:gd name="connsiteX3" fmla="*/ 1254128 w 3353402"/>
              <a:gd name="connsiteY3" fmla="*/ 0 h 1005057"/>
              <a:gd name="connsiteX4" fmla="*/ 1797436 w 3353402"/>
              <a:gd name="connsiteY4" fmla="*/ 0 h 1005057"/>
              <a:gd name="connsiteX5" fmla="*/ 2310560 w 3353402"/>
              <a:gd name="connsiteY5" fmla="*/ 0 h 1005057"/>
              <a:gd name="connsiteX6" fmla="*/ 3185889 w 3353402"/>
              <a:gd name="connsiteY6" fmla="*/ 0 h 1005057"/>
              <a:gd name="connsiteX7" fmla="*/ 3353402 w 3353402"/>
              <a:gd name="connsiteY7" fmla="*/ 167513 h 1005057"/>
              <a:gd name="connsiteX8" fmla="*/ 3353402 w 3353402"/>
              <a:gd name="connsiteY8" fmla="*/ 837544 h 1005057"/>
              <a:gd name="connsiteX9" fmla="*/ 3185889 w 3353402"/>
              <a:gd name="connsiteY9" fmla="*/ 1005057 h 1005057"/>
              <a:gd name="connsiteX10" fmla="*/ 2521846 w 3353402"/>
              <a:gd name="connsiteY10" fmla="*/ 1005057 h 1005057"/>
              <a:gd name="connsiteX11" fmla="*/ 1948355 w 3353402"/>
              <a:gd name="connsiteY11" fmla="*/ 1005057 h 1005057"/>
              <a:gd name="connsiteX12" fmla="*/ 1374863 w 3353402"/>
              <a:gd name="connsiteY12" fmla="*/ 1005057 h 1005057"/>
              <a:gd name="connsiteX13" fmla="*/ 861739 w 3353402"/>
              <a:gd name="connsiteY13" fmla="*/ 1005057 h 1005057"/>
              <a:gd name="connsiteX14" fmla="*/ 167513 w 3353402"/>
              <a:gd name="connsiteY14" fmla="*/ 1005057 h 1005057"/>
              <a:gd name="connsiteX15" fmla="*/ 0 w 3353402"/>
              <a:gd name="connsiteY15" fmla="*/ 837544 h 1005057"/>
              <a:gd name="connsiteX16" fmla="*/ 0 w 3353402"/>
              <a:gd name="connsiteY16" fmla="*/ 167513 h 100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2" h="1005057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1005398" y="26767"/>
                  <a:pt x="1254128" y="0"/>
                </a:cubicBezTo>
                <a:cubicBezTo>
                  <a:pt x="1502858" y="-26767"/>
                  <a:pt x="1533381" y="12570"/>
                  <a:pt x="1797436" y="0"/>
                </a:cubicBezTo>
                <a:cubicBezTo>
                  <a:pt x="2061491" y="-12570"/>
                  <a:pt x="2094508" y="-14618"/>
                  <a:pt x="2310560" y="0"/>
                </a:cubicBezTo>
                <a:cubicBezTo>
                  <a:pt x="2526612" y="14618"/>
                  <a:pt x="3005111" y="356"/>
                  <a:pt x="3185889" y="0"/>
                </a:cubicBezTo>
                <a:cubicBezTo>
                  <a:pt x="3264307" y="-445"/>
                  <a:pt x="3353677" y="83027"/>
                  <a:pt x="3353402" y="167513"/>
                </a:cubicBezTo>
                <a:cubicBezTo>
                  <a:pt x="3371324" y="380995"/>
                  <a:pt x="3358700" y="640575"/>
                  <a:pt x="3353402" y="837544"/>
                </a:cubicBezTo>
                <a:cubicBezTo>
                  <a:pt x="3336666" y="919053"/>
                  <a:pt x="3262402" y="998069"/>
                  <a:pt x="3185889" y="1005057"/>
                </a:cubicBezTo>
                <a:cubicBezTo>
                  <a:pt x="2980304" y="1020291"/>
                  <a:pt x="2663264" y="1003444"/>
                  <a:pt x="2521846" y="1005057"/>
                </a:cubicBezTo>
                <a:cubicBezTo>
                  <a:pt x="2380428" y="1006670"/>
                  <a:pt x="2126625" y="999320"/>
                  <a:pt x="1948355" y="1005057"/>
                </a:cubicBezTo>
                <a:cubicBezTo>
                  <a:pt x="1770085" y="1010794"/>
                  <a:pt x="1543175" y="1005352"/>
                  <a:pt x="1374863" y="1005057"/>
                </a:cubicBezTo>
                <a:cubicBezTo>
                  <a:pt x="1206551" y="1004762"/>
                  <a:pt x="1067905" y="999515"/>
                  <a:pt x="861739" y="1005057"/>
                </a:cubicBezTo>
                <a:cubicBezTo>
                  <a:pt x="655573" y="1010599"/>
                  <a:pt x="367168" y="992450"/>
                  <a:pt x="167513" y="1005057"/>
                </a:cubicBezTo>
                <a:cubicBezTo>
                  <a:pt x="81871" y="1016300"/>
                  <a:pt x="-117" y="919870"/>
                  <a:pt x="0" y="837544"/>
                </a:cubicBezTo>
                <a:cubicBezTo>
                  <a:pt x="30465" y="695075"/>
                  <a:pt x="30987" y="447547"/>
                  <a:pt x="0" y="167513"/>
                </a:cubicBezTo>
                <a:close/>
              </a:path>
              <a:path w="3353402" h="1005057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3879" y="-14511"/>
                  <a:pt x="1918171" y="0"/>
                </a:cubicBezTo>
                <a:cubicBezTo>
                  <a:pt x="2092463" y="14511"/>
                  <a:pt x="2255483" y="29286"/>
                  <a:pt x="2582214" y="0"/>
                </a:cubicBezTo>
                <a:cubicBezTo>
                  <a:pt x="2908945" y="-29286"/>
                  <a:pt x="2974681" y="-20396"/>
                  <a:pt x="3185889" y="0"/>
                </a:cubicBezTo>
                <a:cubicBezTo>
                  <a:pt x="3263040" y="13573"/>
                  <a:pt x="3357414" y="74794"/>
                  <a:pt x="3353402" y="167513"/>
                </a:cubicBezTo>
                <a:cubicBezTo>
                  <a:pt x="3346402" y="443141"/>
                  <a:pt x="3383876" y="628502"/>
                  <a:pt x="3353402" y="837544"/>
                </a:cubicBezTo>
                <a:cubicBezTo>
                  <a:pt x="3342516" y="911722"/>
                  <a:pt x="3273739" y="989241"/>
                  <a:pt x="3185889" y="1005057"/>
                </a:cubicBezTo>
                <a:cubicBezTo>
                  <a:pt x="3017904" y="1037659"/>
                  <a:pt x="2815413" y="1020214"/>
                  <a:pt x="2521846" y="1005057"/>
                </a:cubicBezTo>
                <a:cubicBezTo>
                  <a:pt x="2228279" y="989900"/>
                  <a:pt x="2258326" y="1021239"/>
                  <a:pt x="2008722" y="1005057"/>
                </a:cubicBezTo>
                <a:cubicBezTo>
                  <a:pt x="1759118" y="988875"/>
                  <a:pt x="1641081" y="988797"/>
                  <a:pt x="1344680" y="1005057"/>
                </a:cubicBezTo>
                <a:cubicBezTo>
                  <a:pt x="1048279" y="1021317"/>
                  <a:pt x="893477" y="1031592"/>
                  <a:pt x="771188" y="1005057"/>
                </a:cubicBezTo>
                <a:cubicBezTo>
                  <a:pt x="648899" y="978522"/>
                  <a:pt x="395123" y="1003041"/>
                  <a:pt x="167513" y="1005057"/>
                </a:cubicBezTo>
                <a:cubicBezTo>
                  <a:pt x="63566" y="987363"/>
                  <a:pt x="-17978" y="941674"/>
                  <a:pt x="0" y="837544"/>
                </a:cubicBezTo>
                <a:cubicBezTo>
                  <a:pt x="-2611" y="613974"/>
                  <a:pt x="28973" y="331886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need an IDE, we recommend Spyder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9F6A1A-CC35-85AF-4E6D-1839BD1FC681}"/>
              </a:ext>
            </a:extLst>
          </p:cNvPr>
          <p:cNvCxnSpPr>
            <a:cxnSpLocks/>
          </p:cNvCxnSpPr>
          <p:nvPr/>
        </p:nvCxnSpPr>
        <p:spPr>
          <a:xfrm>
            <a:off x="6103025" y="14681390"/>
            <a:ext cx="0" cy="111116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22272C2-7C29-85A4-7A64-7C86498F3EE8}"/>
              </a:ext>
            </a:extLst>
          </p:cNvPr>
          <p:cNvCxnSpPr>
            <a:cxnSpLocks/>
            <a:stCxn id="194" idx="3"/>
            <a:endCxn id="5" idx="0"/>
          </p:cNvCxnSpPr>
          <p:nvPr/>
        </p:nvCxnSpPr>
        <p:spPr>
          <a:xfrm flipH="1">
            <a:off x="2559527" y="11475268"/>
            <a:ext cx="4435008" cy="896862"/>
          </a:xfrm>
          <a:prstGeom prst="bentConnector4">
            <a:avLst>
              <a:gd name="adj1" fmla="val -5154"/>
              <a:gd name="adj2" fmla="val 70905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Graphic 9" descr="Shoe footprints with solid fill">
            <a:extLst>
              <a:ext uri="{FF2B5EF4-FFF2-40B4-BE49-F238E27FC236}">
                <a16:creationId xmlns:a16="http://schemas.microsoft.com/office/drawing/2014/main" id="{C05E2FDC-13CC-D775-BE92-C1FF7929D53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4045687">
            <a:off x="1413704" y="1797837"/>
            <a:ext cx="303799" cy="303799"/>
          </a:xfrm>
          <a:prstGeom prst="rect">
            <a:avLst/>
          </a:prstGeom>
        </p:spPr>
      </p:pic>
      <p:pic>
        <p:nvPicPr>
          <p:cNvPr id="11" name="Graphic 10" descr="Shoe footprints with solid fill">
            <a:extLst>
              <a:ext uri="{FF2B5EF4-FFF2-40B4-BE49-F238E27FC236}">
                <a16:creationId xmlns:a16="http://schemas.microsoft.com/office/drawing/2014/main" id="{D3947387-64D4-77A8-E0A7-88BA5F13176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3983487">
            <a:off x="1708909" y="1789503"/>
            <a:ext cx="204293" cy="204293"/>
          </a:xfrm>
          <a:prstGeom prst="rect">
            <a:avLst/>
          </a:prstGeom>
        </p:spPr>
      </p:pic>
      <p:pic>
        <p:nvPicPr>
          <p:cNvPr id="12" name="Graphic 11" descr="Shoe footprints with solid fill">
            <a:extLst>
              <a:ext uri="{FF2B5EF4-FFF2-40B4-BE49-F238E27FC236}">
                <a16:creationId xmlns:a16="http://schemas.microsoft.com/office/drawing/2014/main" id="{81B10CAF-6DDB-3515-F98A-EAF8441961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1333514">
            <a:off x="1894762" y="1680451"/>
            <a:ext cx="163004" cy="163004"/>
          </a:xfrm>
          <a:prstGeom prst="rect">
            <a:avLst/>
          </a:prstGeom>
        </p:spPr>
      </p:pic>
      <p:pic>
        <p:nvPicPr>
          <p:cNvPr id="13" name="Graphic 12" descr="Shoe footprints with solid fill">
            <a:extLst>
              <a:ext uri="{FF2B5EF4-FFF2-40B4-BE49-F238E27FC236}">
                <a16:creationId xmlns:a16="http://schemas.microsoft.com/office/drawing/2014/main" id="{B7EC4B55-EC4F-EF97-238A-8CFB2184D6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8062881">
            <a:off x="1886225" y="1554251"/>
            <a:ext cx="132284" cy="132284"/>
          </a:xfrm>
          <a:prstGeom prst="rect">
            <a:avLst/>
          </a:prstGeom>
        </p:spPr>
      </p:pic>
      <p:pic>
        <p:nvPicPr>
          <p:cNvPr id="14" name="Graphic 13" descr="Shoe footprints with solid fill">
            <a:extLst>
              <a:ext uri="{FF2B5EF4-FFF2-40B4-BE49-F238E27FC236}">
                <a16:creationId xmlns:a16="http://schemas.microsoft.com/office/drawing/2014/main" id="{A34FB300-EF6D-6203-9221-D8F50ABF433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6386737">
            <a:off x="1759749" y="1529793"/>
            <a:ext cx="95820" cy="95820"/>
          </a:xfrm>
          <a:prstGeom prst="rect">
            <a:avLst/>
          </a:prstGeom>
        </p:spPr>
      </p:pic>
      <p:sp>
        <p:nvSpPr>
          <p:cNvPr id="363" name="Rectangle: Rounded Corners 362">
            <a:hlinkClick r:id="rId19"/>
            <a:extLst>
              <a:ext uri="{FF2B5EF4-FFF2-40B4-BE49-F238E27FC236}">
                <a16:creationId xmlns:a16="http://schemas.microsoft.com/office/drawing/2014/main" id="{2E5DDD62-31D5-DB35-7882-69ED9834C436}"/>
              </a:ext>
            </a:extLst>
          </p:cNvPr>
          <p:cNvSpPr/>
          <p:nvPr/>
        </p:nvSpPr>
        <p:spPr>
          <a:xfrm>
            <a:off x="9148736" y="18456906"/>
            <a:ext cx="2483008" cy="617314"/>
          </a:xfrm>
          <a:custGeom>
            <a:avLst/>
            <a:gdLst>
              <a:gd name="connsiteX0" fmla="*/ 0 w 2483008"/>
              <a:gd name="connsiteY0" fmla="*/ 102888 h 617314"/>
              <a:gd name="connsiteX1" fmla="*/ 102888 w 2483008"/>
              <a:gd name="connsiteY1" fmla="*/ 0 h 617314"/>
              <a:gd name="connsiteX2" fmla="*/ 717741 w 2483008"/>
              <a:gd name="connsiteY2" fmla="*/ 0 h 617314"/>
              <a:gd name="connsiteX3" fmla="*/ 1241504 w 2483008"/>
              <a:gd name="connsiteY3" fmla="*/ 0 h 617314"/>
              <a:gd name="connsiteX4" fmla="*/ 1856357 w 2483008"/>
              <a:gd name="connsiteY4" fmla="*/ 0 h 617314"/>
              <a:gd name="connsiteX5" fmla="*/ 2380120 w 2483008"/>
              <a:gd name="connsiteY5" fmla="*/ 0 h 617314"/>
              <a:gd name="connsiteX6" fmla="*/ 2483008 w 2483008"/>
              <a:gd name="connsiteY6" fmla="*/ 102888 h 617314"/>
              <a:gd name="connsiteX7" fmla="*/ 2483008 w 2483008"/>
              <a:gd name="connsiteY7" fmla="*/ 514426 h 617314"/>
              <a:gd name="connsiteX8" fmla="*/ 2380120 w 2483008"/>
              <a:gd name="connsiteY8" fmla="*/ 617314 h 617314"/>
              <a:gd name="connsiteX9" fmla="*/ 1879129 w 2483008"/>
              <a:gd name="connsiteY9" fmla="*/ 617314 h 617314"/>
              <a:gd name="connsiteX10" fmla="*/ 1287049 w 2483008"/>
              <a:gd name="connsiteY10" fmla="*/ 617314 h 617314"/>
              <a:gd name="connsiteX11" fmla="*/ 786058 w 2483008"/>
              <a:gd name="connsiteY11" fmla="*/ 617314 h 617314"/>
              <a:gd name="connsiteX12" fmla="*/ 102888 w 2483008"/>
              <a:gd name="connsiteY12" fmla="*/ 617314 h 617314"/>
              <a:gd name="connsiteX13" fmla="*/ 0 w 2483008"/>
              <a:gd name="connsiteY13" fmla="*/ 514426 h 617314"/>
              <a:gd name="connsiteX14" fmla="*/ 0 w 2483008"/>
              <a:gd name="connsiteY14" fmla="*/ 102888 h 61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83008" h="617314" fill="none" extrusionOk="0">
                <a:moveTo>
                  <a:pt x="0" y="102888"/>
                </a:moveTo>
                <a:cubicBezTo>
                  <a:pt x="-5334" y="48244"/>
                  <a:pt x="37960" y="4412"/>
                  <a:pt x="102888" y="0"/>
                </a:cubicBezTo>
                <a:cubicBezTo>
                  <a:pt x="298980" y="-2659"/>
                  <a:pt x="544192" y="18968"/>
                  <a:pt x="717741" y="0"/>
                </a:cubicBezTo>
                <a:cubicBezTo>
                  <a:pt x="891290" y="-18968"/>
                  <a:pt x="989689" y="-1687"/>
                  <a:pt x="1241504" y="0"/>
                </a:cubicBezTo>
                <a:cubicBezTo>
                  <a:pt x="1493319" y="1687"/>
                  <a:pt x="1569186" y="13954"/>
                  <a:pt x="1856357" y="0"/>
                </a:cubicBezTo>
                <a:cubicBezTo>
                  <a:pt x="2143528" y="-13954"/>
                  <a:pt x="2232816" y="-7717"/>
                  <a:pt x="2380120" y="0"/>
                </a:cubicBezTo>
                <a:cubicBezTo>
                  <a:pt x="2434899" y="8099"/>
                  <a:pt x="2494852" y="48215"/>
                  <a:pt x="2483008" y="102888"/>
                </a:cubicBezTo>
                <a:cubicBezTo>
                  <a:pt x="2462702" y="282465"/>
                  <a:pt x="2468960" y="418846"/>
                  <a:pt x="2483008" y="514426"/>
                </a:cubicBezTo>
                <a:cubicBezTo>
                  <a:pt x="2477489" y="571075"/>
                  <a:pt x="2437333" y="628699"/>
                  <a:pt x="2380120" y="617314"/>
                </a:cubicBezTo>
                <a:cubicBezTo>
                  <a:pt x="2155010" y="604139"/>
                  <a:pt x="2062734" y="635824"/>
                  <a:pt x="1879129" y="617314"/>
                </a:cubicBezTo>
                <a:cubicBezTo>
                  <a:pt x="1695524" y="598804"/>
                  <a:pt x="1513828" y="640246"/>
                  <a:pt x="1287049" y="617314"/>
                </a:cubicBezTo>
                <a:cubicBezTo>
                  <a:pt x="1060270" y="594382"/>
                  <a:pt x="969476" y="596123"/>
                  <a:pt x="786058" y="617314"/>
                </a:cubicBezTo>
                <a:cubicBezTo>
                  <a:pt x="602640" y="638505"/>
                  <a:pt x="422166" y="596335"/>
                  <a:pt x="102888" y="617314"/>
                </a:cubicBezTo>
                <a:cubicBezTo>
                  <a:pt x="41324" y="606618"/>
                  <a:pt x="-3868" y="568110"/>
                  <a:pt x="0" y="514426"/>
                </a:cubicBezTo>
                <a:cubicBezTo>
                  <a:pt x="-17588" y="360625"/>
                  <a:pt x="-17" y="216288"/>
                  <a:pt x="0" y="102888"/>
                </a:cubicBezTo>
                <a:close/>
              </a:path>
              <a:path w="2483008" h="617314" stroke="0" extrusionOk="0">
                <a:moveTo>
                  <a:pt x="0" y="102888"/>
                </a:moveTo>
                <a:cubicBezTo>
                  <a:pt x="4947" y="50647"/>
                  <a:pt x="57027" y="-3045"/>
                  <a:pt x="102888" y="0"/>
                </a:cubicBezTo>
                <a:cubicBezTo>
                  <a:pt x="300932" y="-17327"/>
                  <a:pt x="479550" y="29210"/>
                  <a:pt x="717741" y="0"/>
                </a:cubicBezTo>
                <a:cubicBezTo>
                  <a:pt x="955932" y="-29210"/>
                  <a:pt x="1076108" y="-7378"/>
                  <a:pt x="1218732" y="0"/>
                </a:cubicBezTo>
                <a:cubicBezTo>
                  <a:pt x="1361356" y="7378"/>
                  <a:pt x="1510281" y="8575"/>
                  <a:pt x="1765267" y="0"/>
                </a:cubicBezTo>
                <a:cubicBezTo>
                  <a:pt x="2020254" y="-8575"/>
                  <a:pt x="2191770" y="29447"/>
                  <a:pt x="2380120" y="0"/>
                </a:cubicBezTo>
                <a:cubicBezTo>
                  <a:pt x="2433202" y="-2605"/>
                  <a:pt x="2486156" y="51210"/>
                  <a:pt x="2483008" y="102888"/>
                </a:cubicBezTo>
                <a:cubicBezTo>
                  <a:pt x="2491395" y="264701"/>
                  <a:pt x="2482184" y="315862"/>
                  <a:pt x="2483008" y="514426"/>
                </a:cubicBezTo>
                <a:cubicBezTo>
                  <a:pt x="2486487" y="566091"/>
                  <a:pt x="2431532" y="608744"/>
                  <a:pt x="2380120" y="617314"/>
                </a:cubicBezTo>
                <a:cubicBezTo>
                  <a:pt x="2181223" y="613005"/>
                  <a:pt x="2006940" y="601807"/>
                  <a:pt x="1765267" y="617314"/>
                </a:cubicBezTo>
                <a:cubicBezTo>
                  <a:pt x="1523594" y="632821"/>
                  <a:pt x="1402309" y="596267"/>
                  <a:pt x="1264276" y="617314"/>
                </a:cubicBezTo>
                <a:cubicBezTo>
                  <a:pt x="1126243" y="638361"/>
                  <a:pt x="938297" y="606453"/>
                  <a:pt x="763285" y="617314"/>
                </a:cubicBezTo>
                <a:cubicBezTo>
                  <a:pt x="588273" y="628175"/>
                  <a:pt x="240238" y="648687"/>
                  <a:pt x="102888" y="617314"/>
                </a:cubicBezTo>
                <a:cubicBezTo>
                  <a:pt x="41995" y="626698"/>
                  <a:pt x="7207" y="570469"/>
                  <a:pt x="0" y="514426"/>
                </a:cubicBezTo>
                <a:cubicBezTo>
                  <a:pt x="19716" y="409219"/>
                  <a:pt x="12511" y="237012"/>
                  <a:pt x="0" y="10288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us an email</a:t>
            </a:r>
          </a:p>
        </p:txBody>
      </p:sp>
      <p:sp>
        <p:nvSpPr>
          <p:cNvPr id="30" name="Rectangle: Rounded Corners 29">
            <a:hlinkClick r:id="rId20"/>
            <a:extLst>
              <a:ext uri="{FF2B5EF4-FFF2-40B4-BE49-F238E27FC236}">
                <a16:creationId xmlns:a16="http://schemas.microsoft.com/office/drawing/2014/main" id="{84017305-8577-D1BA-26A3-76934F4A6EC4}"/>
              </a:ext>
            </a:extLst>
          </p:cNvPr>
          <p:cNvSpPr/>
          <p:nvPr/>
        </p:nvSpPr>
        <p:spPr>
          <a:xfrm>
            <a:off x="9160948" y="19341309"/>
            <a:ext cx="2483008" cy="702615"/>
          </a:xfrm>
          <a:custGeom>
            <a:avLst/>
            <a:gdLst>
              <a:gd name="connsiteX0" fmla="*/ 0 w 2483008"/>
              <a:gd name="connsiteY0" fmla="*/ 117105 h 702615"/>
              <a:gd name="connsiteX1" fmla="*/ 117105 w 2483008"/>
              <a:gd name="connsiteY1" fmla="*/ 0 h 702615"/>
              <a:gd name="connsiteX2" fmla="*/ 724280 w 2483008"/>
              <a:gd name="connsiteY2" fmla="*/ 0 h 702615"/>
              <a:gd name="connsiteX3" fmla="*/ 1241504 w 2483008"/>
              <a:gd name="connsiteY3" fmla="*/ 0 h 702615"/>
              <a:gd name="connsiteX4" fmla="*/ 1848679 w 2483008"/>
              <a:gd name="connsiteY4" fmla="*/ 0 h 702615"/>
              <a:gd name="connsiteX5" fmla="*/ 2365903 w 2483008"/>
              <a:gd name="connsiteY5" fmla="*/ 0 h 702615"/>
              <a:gd name="connsiteX6" fmla="*/ 2483008 w 2483008"/>
              <a:gd name="connsiteY6" fmla="*/ 117105 h 702615"/>
              <a:gd name="connsiteX7" fmla="*/ 2483008 w 2483008"/>
              <a:gd name="connsiteY7" fmla="*/ 585510 h 702615"/>
              <a:gd name="connsiteX8" fmla="*/ 2365903 w 2483008"/>
              <a:gd name="connsiteY8" fmla="*/ 702615 h 702615"/>
              <a:gd name="connsiteX9" fmla="*/ 1871167 w 2483008"/>
              <a:gd name="connsiteY9" fmla="*/ 702615 h 702615"/>
              <a:gd name="connsiteX10" fmla="*/ 1286480 w 2483008"/>
              <a:gd name="connsiteY10" fmla="*/ 702615 h 702615"/>
              <a:gd name="connsiteX11" fmla="*/ 791744 w 2483008"/>
              <a:gd name="connsiteY11" fmla="*/ 702615 h 702615"/>
              <a:gd name="connsiteX12" fmla="*/ 117105 w 2483008"/>
              <a:gd name="connsiteY12" fmla="*/ 702615 h 702615"/>
              <a:gd name="connsiteX13" fmla="*/ 0 w 2483008"/>
              <a:gd name="connsiteY13" fmla="*/ 585510 h 702615"/>
              <a:gd name="connsiteX14" fmla="*/ 0 w 2483008"/>
              <a:gd name="connsiteY14" fmla="*/ 117105 h 702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83008" h="702615" fill="none" extrusionOk="0">
                <a:moveTo>
                  <a:pt x="0" y="117105"/>
                </a:moveTo>
                <a:cubicBezTo>
                  <a:pt x="-2581" y="53484"/>
                  <a:pt x="46729" y="3103"/>
                  <a:pt x="117105" y="0"/>
                </a:cubicBezTo>
                <a:cubicBezTo>
                  <a:pt x="322921" y="-1699"/>
                  <a:pt x="491297" y="-16710"/>
                  <a:pt x="724280" y="0"/>
                </a:cubicBezTo>
                <a:cubicBezTo>
                  <a:pt x="957263" y="16710"/>
                  <a:pt x="1121620" y="-25617"/>
                  <a:pt x="1241504" y="0"/>
                </a:cubicBezTo>
                <a:cubicBezTo>
                  <a:pt x="1361388" y="25617"/>
                  <a:pt x="1701645" y="-23819"/>
                  <a:pt x="1848679" y="0"/>
                </a:cubicBezTo>
                <a:cubicBezTo>
                  <a:pt x="1995713" y="23819"/>
                  <a:pt x="2158292" y="-6488"/>
                  <a:pt x="2365903" y="0"/>
                </a:cubicBezTo>
                <a:cubicBezTo>
                  <a:pt x="2429138" y="5707"/>
                  <a:pt x="2490067" y="53711"/>
                  <a:pt x="2483008" y="117105"/>
                </a:cubicBezTo>
                <a:cubicBezTo>
                  <a:pt x="2484996" y="263714"/>
                  <a:pt x="2494584" y="361789"/>
                  <a:pt x="2483008" y="585510"/>
                </a:cubicBezTo>
                <a:cubicBezTo>
                  <a:pt x="2467280" y="649689"/>
                  <a:pt x="2430787" y="708711"/>
                  <a:pt x="2365903" y="702615"/>
                </a:cubicBezTo>
                <a:cubicBezTo>
                  <a:pt x="2213375" y="718730"/>
                  <a:pt x="2012999" y="710380"/>
                  <a:pt x="1871167" y="702615"/>
                </a:cubicBezTo>
                <a:cubicBezTo>
                  <a:pt x="1729335" y="694850"/>
                  <a:pt x="1550776" y="712347"/>
                  <a:pt x="1286480" y="702615"/>
                </a:cubicBezTo>
                <a:cubicBezTo>
                  <a:pt x="1022184" y="692883"/>
                  <a:pt x="896431" y="683725"/>
                  <a:pt x="791744" y="702615"/>
                </a:cubicBezTo>
                <a:cubicBezTo>
                  <a:pt x="687057" y="721505"/>
                  <a:pt x="323017" y="690605"/>
                  <a:pt x="117105" y="702615"/>
                </a:cubicBezTo>
                <a:cubicBezTo>
                  <a:pt x="46467" y="689162"/>
                  <a:pt x="-6587" y="644838"/>
                  <a:pt x="0" y="585510"/>
                </a:cubicBezTo>
                <a:cubicBezTo>
                  <a:pt x="19099" y="391646"/>
                  <a:pt x="-8476" y="291304"/>
                  <a:pt x="0" y="117105"/>
                </a:cubicBezTo>
                <a:close/>
              </a:path>
              <a:path w="2483008" h="702615" stroke="0" extrusionOk="0">
                <a:moveTo>
                  <a:pt x="0" y="117105"/>
                </a:moveTo>
                <a:cubicBezTo>
                  <a:pt x="5242" y="57284"/>
                  <a:pt x="64239" y="-3280"/>
                  <a:pt x="117105" y="0"/>
                </a:cubicBezTo>
                <a:cubicBezTo>
                  <a:pt x="392183" y="17865"/>
                  <a:pt x="514300" y="-14944"/>
                  <a:pt x="724280" y="0"/>
                </a:cubicBezTo>
                <a:cubicBezTo>
                  <a:pt x="934261" y="14944"/>
                  <a:pt x="1025197" y="-16293"/>
                  <a:pt x="1219016" y="0"/>
                </a:cubicBezTo>
                <a:cubicBezTo>
                  <a:pt x="1412835" y="16293"/>
                  <a:pt x="1523240" y="-22151"/>
                  <a:pt x="1758728" y="0"/>
                </a:cubicBezTo>
                <a:cubicBezTo>
                  <a:pt x="1994216" y="22151"/>
                  <a:pt x="2152309" y="-3214"/>
                  <a:pt x="2365903" y="0"/>
                </a:cubicBezTo>
                <a:cubicBezTo>
                  <a:pt x="2422923" y="-5332"/>
                  <a:pt x="2487072" y="59072"/>
                  <a:pt x="2483008" y="117105"/>
                </a:cubicBezTo>
                <a:cubicBezTo>
                  <a:pt x="2482913" y="275829"/>
                  <a:pt x="2498609" y="414633"/>
                  <a:pt x="2483008" y="585510"/>
                </a:cubicBezTo>
                <a:cubicBezTo>
                  <a:pt x="2484327" y="648230"/>
                  <a:pt x="2423255" y="691018"/>
                  <a:pt x="2365903" y="702615"/>
                </a:cubicBezTo>
                <a:cubicBezTo>
                  <a:pt x="2188310" y="695973"/>
                  <a:pt x="2021587" y="677998"/>
                  <a:pt x="1758728" y="702615"/>
                </a:cubicBezTo>
                <a:cubicBezTo>
                  <a:pt x="1495870" y="727232"/>
                  <a:pt x="1507606" y="679047"/>
                  <a:pt x="1263992" y="702615"/>
                </a:cubicBezTo>
                <a:cubicBezTo>
                  <a:pt x="1020378" y="726183"/>
                  <a:pt x="995776" y="715867"/>
                  <a:pt x="769256" y="702615"/>
                </a:cubicBezTo>
                <a:cubicBezTo>
                  <a:pt x="542736" y="689363"/>
                  <a:pt x="321912" y="734973"/>
                  <a:pt x="117105" y="702615"/>
                </a:cubicBezTo>
                <a:cubicBezTo>
                  <a:pt x="49993" y="708234"/>
                  <a:pt x="6701" y="649460"/>
                  <a:pt x="0" y="585510"/>
                </a:cubicBezTo>
                <a:cubicBezTo>
                  <a:pt x="-11336" y="466777"/>
                  <a:pt x="19117" y="333812"/>
                  <a:pt x="0" y="117105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ake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post in the </a:t>
            </a:r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DevStart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forum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4D4CCB7-8B43-9CA0-CCDA-15DFAE306AC8}"/>
              </a:ext>
            </a:extLst>
          </p:cNvPr>
          <p:cNvCxnSpPr>
            <a:cxnSpLocks/>
            <a:stCxn id="356" idx="3"/>
            <a:endCxn id="30" idx="1"/>
          </p:cNvCxnSpPr>
          <p:nvPr/>
        </p:nvCxnSpPr>
        <p:spPr>
          <a:xfrm flipV="1">
            <a:off x="8219579" y="19692617"/>
            <a:ext cx="941369" cy="30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2E80021-C2D3-F240-5DD5-2DB76113F856}"/>
              </a:ext>
            </a:extLst>
          </p:cNvPr>
          <p:cNvCxnSpPr>
            <a:cxnSpLocks/>
            <a:stCxn id="356" idx="3"/>
            <a:endCxn id="363" idx="1"/>
          </p:cNvCxnSpPr>
          <p:nvPr/>
        </p:nvCxnSpPr>
        <p:spPr>
          <a:xfrm flipV="1">
            <a:off x="8219579" y="18765563"/>
            <a:ext cx="929157" cy="92735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E56646E-8E93-8B19-8A58-247E98E83026}"/>
              </a:ext>
            </a:extLst>
          </p:cNvPr>
          <p:cNvCxnSpPr>
            <a:cxnSpLocks/>
            <a:stCxn id="363" idx="3"/>
            <a:endCxn id="346" idx="3"/>
          </p:cNvCxnSpPr>
          <p:nvPr/>
        </p:nvCxnSpPr>
        <p:spPr>
          <a:xfrm flipH="1" flipV="1">
            <a:off x="2828816" y="17919112"/>
            <a:ext cx="8802928" cy="846451"/>
          </a:xfrm>
          <a:prstGeom prst="bentConnector3">
            <a:avLst>
              <a:gd name="adj1" fmla="val -2597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E6629CB-E0BC-B37B-78A0-0D903A31F811}"/>
              </a:ext>
            </a:extLst>
          </p:cNvPr>
          <p:cNvCxnSpPr>
            <a:cxnSpLocks/>
            <a:stCxn id="30" idx="3"/>
            <a:endCxn id="346" idx="3"/>
          </p:cNvCxnSpPr>
          <p:nvPr/>
        </p:nvCxnSpPr>
        <p:spPr>
          <a:xfrm flipH="1" flipV="1">
            <a:off x="2828816" y="17919112"/>
            <a:ext cx="8815140" cy="1773505"/>
          </a:xfrm>
          <a:prstGeom prst="bentConnector3">
            <a:avLst>
              <a:gd name="adj1" fmla="val -2593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0E4F07-DA5F-5483-5D56-79FA12CA80DD}"/>
              </a:ext>
            </a:extLst>
          </p:cNvPr>
          <p:cNvSpPr/>
          <p:nvPr/>
        </p:nvSpPr>
        <p:spPr>
          <a:xfrm>
            <a:off x="891479" y="13743175"/>
            <a:ext cx="3353402" cy="1005057"/>
          </a:xfrm>
          <a:custGeom>
            <a:avLst/>
            <a:gdLst>
              <a:gd name="connsiteX0" fmla="*/ 0 w 3353402"/>
              <a:gd name="connsiteY0" fmla="*/ 167513 h 1005057"/>
              <a:gd name="connsiteX1" fmla="*/ 167513 w 3353402"/>
              <a:gd name="connsiteY1" fmla="*/ 0 h 1005057"/>
              <a:gd name="connsiteX2" fmla="*/ 710821 w 3353402"/>
              <a:gd name="connsiteY2" fmla="*/ 0 h 1005057"/>
              <a:gd name="connsiteX3" fmla="*/ 1254128 w 3353402"/>
              <a:gd name="connsiteY3" fmla="*/ 0 h 1005057"/>
              <a:gd name="connsiteX4" fmla="*/ 1797436 w 3353402"/>
              <a:gd name="connsiteY4" fmla="*/ 0 h 1005057"/>
              <a:gd name="connsiteX5" fmla="*/ 2310560 w 3353402"/>
              <a:gd name="connsiteY5" fmla="*/ 0 h 1005057"/>
              <a:gd name="connsiteX6" fmla="*/ 3185889 w 3353402"/>
              <a:gd name="connsiteY6" fmla="*/ 0 h 1005057"/>
              <a:gd name="connsiteX7" fmla="*/ 3353402 w 3353402"/>
              <a:gd name="connsiteY7" fmla="*/ 167513 h 1005057"/>
              <a:gd name="connsiteX8" fmla="*/ 3353402 w 3353402"/>
              <a:gd name="connsiteY8" fmla="*/ 837544 h 1005057"/>
              <a:gd name="connsiteX9" fmla="*/ 3185889 w 3353402"/>
              <a:gd name="connsiteY9" fmla="*/ 1005057 h 1005057"/>
              <a:gd name="connsiteX10" fmla="*/ 2521846 w 3353402"/>
              <a:gd name="connsiteY10" fmla="*/ 1005057 h 1005057"/>
              <a:gd name="connsiteX11" fmla="*/ 1948355 w 3353402"/>
              <a:gd name="connsiteY11" fmla="*/ 1005057 h 1005057"/>
              <a:gd name="connsiteX12" fmla="*/ 1374863 w 3353402"/>
              <a:gd name="connsiteY12" fmla="*/ 1005057 h 1005057"/>
              <a:gd name="connsiteX13" fmla="*/ 861739 w 3353402"/>
              <a:gd name="connsiteY13" fmla="*/ 1005057 h 1005057"/>
              <a:gd name="connsiteX14" fmla="*/ 167513 w 3353402"/>
              <a:gd name="connsiteY14" fmla="*/ 1005057 h 1005057"/>
              <a:gd name="connsiteX15" fmla="*/ 0 w 3353402"/>
              <a:gd name="connsiteY15" fmla="*/ 837544 h 1005057"/>
              <a:gd name="connsiteX16" fmla="*/ 0 w 3353402"/>
              <a:gd name="connsiteY16" fmla="*/ 167513 h 1005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3402" h="1005057" fill="none" extrusionOk="0">
                <a:moveTo>
                  <a:pt x="0" y="167513"/>
                </a:moveTo>
                <a:cubicBezTo>
                  <a:pt x="11800" y="90425"/>
                  <a:pt x="62122" y="1638"/>
                  <a:pt x="167513" y="0"/>
                </a:cubicBezTo>
                <a:cubicBezTo>
                  <a:pt x="371922" y="5453"/>
                  <a:pt x="449342" y="-2209"/>
                  <a:pt x="710821" y="0"/>
                </a:cubicBezTo>
                <a:cubicBezTo>
                  <a:pt x="972300" y="2209"/>
                  <a:pt x="1005398" y="26767"/>
                  <a:pt x="1254128" y="0"/>
                </a:cubicBezTo>
                <a:cubicBezTo>
                  <a:pt x="1502858" y="-26767"/>
                  <a:pt x="1533381" y="12570"/>
                  <a:pt x="1797436" y="0"/>
                </a:cubicBezTo>
                <a:cubicBezTo>
                  <a:pt x="2061491" y="-12570"/>
                  <a:pt x="2094508" y="-14618"/>
                  <a:pt x="2310560" y="0"/>
                </a:cubicBezTo>
                <a:cubicBezTo>
                  <a:pt x="2526612" y="14618"/>
                  <a:pt x="3005111" y="356"/>
                  <a:pt x="3185889" y="0"/>
                </a:cubicBezTo>
                <a:cubicBezTo>
                  <a:pt x="3264307" y="-445"/>
                  <a:pt x="3353677" y="83027"/>
                  <a:pt x="3353402" y="167513"/>
                </a:cubicBezTo>
                <a:cubicBezTo>
                  <a:pt x="3371324" y="380995"/>
                  <a:pt x="3358700" y="640575"/>
                  <a:pt x="3353402" y="837544"/>
                </a:cubicBezTo>
                <a:cubicBezTo>
                  <a:pt x="3336666" y="919053"/>
                  <a:pt x="3262402" y="998069"/>
                  <a:pt x="3185889" y="1005057"/>
                </a:cubicBezTo>
                <a:cubicBezTo>
                  <a:pt x="2980304" y="1020291"/>
                  <a:pt x="2663264" y="1003444"/>
                  <a:pt x="2521846" y="1005057"/>
                </a:cubicBezTo>
                <a:cubicBezTo>
                  <a:pt x="2380428" y="1006670"/>
                  <a:pt x="2126625" y="999320"/>
                  <a:pt x="1948355" y="1005057"/>
                </a:cubicBezTo>
                <a:cubicBezTo>
                  <a:pt x="1770085" y="1010794"/>
                  <a:pt x="1543175" y="1005352"/>
                  <a:pt x="1374863" y="1005057"/>
                </a:cubicBezTo>
                <a:cubicBezTo>
                  <a:pt x="1206551" y="1004762"/>
                  <a:pt x="1067905" y="999515"/>
                  <a:pt x="861739" y="1005057"/>
                </a:cubicBezTo>
                <a:cubicBezTo>
                  <a:pt x="655573" y="1010599"/>
                  <a:pt x="367168" y="992450"/>
                  <a:pt x="167513" y="1005057"/>
                </a:cubicBezTo>
                <a:cubicBezTo>
                  <a:pt x="81871" y="1016300"/>
                  <a:pt x="-117" y="919870"/>
                  <a:pt x="0" y="837544"/>
                </a:cubicBezTo>
                <a:cubicBezTo>
                  <a:pt x="30465" y="695075"/>
                  <a:pt x="30987" y="447547"/>
                  <a:pt x="0" y="167513"/>
                </a:cubicBezTo>
                <a:close/>
              </a:path>
              <a:path w="3353402" h="1005057" stroke="0" extrusionOk="0">
                <a:moveTo>
                  <a:pt x="0" y="167513"/>
                </a:moveTo>
                <a:cubicBezTo>
                  <a:pt x="13561" y="87556"/>
                  <a:pt x="83054" y="-2238"/>
                  <a:pt x="167513" y="0"/>
                </a:cubicBezTo>
                <a:cubicBezTo>
                  <a:pt x="492252" y="-3501"/>
                  <a:pt x="576403" y="-15943"/>
                  <a:pt x="831556" y="0"/>
                </a:cubicBezTo>
                <a:cubicBezTo>
                  <a:pt x="1086709" y="15943"/>
                  <a:pt x="1144298" y="-20099"/>
                  <a:pt x="1344680" y="0"/>
                </a:cubicBezTo>
                <a:cubicBezTo>
                  <a:pt x="1545062" y="20099"/>
                  <a:pt x="1743879" y="-14511"/>
                  <a:pt x="1918171" y="0"/>
                </a:cubicBezTo>
                <a:cubicBezTo>
                  <a:pt x="2092463" y="14511"/>
                  <a:pt x="2255483" y="29286"/>
                  <a:pt x="2582214" y="0"/>
                </a:cubicBezTo>
                <a:cubicBezTo>
                  <a:pt x="2908945" y="-29286"/>
                  <a:pt x="2974681" y="-20396"/>
                  <a:pt x="3185889" y="0"/>
                </a:cubicBezTo>
                <a:cubicBezTo>
                  <a:pt x="3263040" y="13573"/>
                  <a:pt x="3357414" y="74794"/>
                  <a:pt x="3353402" y="167513"/>
                </a:cubicBezTo>
                <a:cubicBezTo>
                  <a:pt x="3346402" y="443141"/>
                  <a:pt x="3383876" y="628502"/>
                  <a:pt x="3353402" y="837544"/>
                </a:cubicBezTo>
                <a:cubicBezTo>
                  <a:pt x="3342516" y="911722"/>
                  <a:pt x="3273739" y="989241"/>
                  <a:pt x="3185889" y="1005057"/>
                </a:cubicBezTo>
                <a:cubicBezTo>
                  <a:pt x="3017904" y="1037659"/>
                  <a:pt x="2815413" y="1020214"/>
                  <a:pt x="2521846" y="1005057"/>
                </a:cubicBezTo>
                <a:cubicBezTo>
                  <a:pt x="2228279" y="989900"/>
                  <a:pt x="2258326" y="1021239"/>
                  <a:pt x="2008722" y="1005057"/>
                </a:cubicBezTo>
                <a:cubicBezTo>
                  <a:pt x="1759118" y="988875"/>
                  <a:pt x="1641081" y="988797"/>
                  <a:pt x="1344680" y="1005057"/>
                </a:cubicBezTo>
                <a:cubicBezTo>
                  <a:pt x="1048279" y="1021317"/>
                  <a:pt x="893477" y="1031592"/>
                  <a:pt x="771188" y="1005057"/>
                </a:cubicBezTo>
                <a:cubicBezTo>
                  <a:pt x="648899" y="978522"/>
                  <a:pt x="395123" y="1003041"/>
                  <a:pt x="167513" y="1005057"/>
                </a:cubicBezTo>
                <a:cubicBezTo>
                  <a:pt x="63566" y="987363"/>
                  <a:pt x="-17978" y="941674"/>
                  <a:pt x="0" y="837544"/>
                </a:cubicBezTo>
                <a:cubicBezTo>
                  <a:pt x="-2611" y="613974"/>
                  <a:pt x="28973" y="331886"/>
                  <a:pt x="0" y="167513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need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create a small study</a:t>
            </a:r>
          </a:p>
        </p:txBody>
      </p:sp>
      <p:sp>
        <p:nvSpPr>
          <p:cNvPr id="15" name="Rectangle: Rounded Corners 14">
            <a:hlinkClick r:id="rId21"/>
            <a:extLst>
              <a:ext uri="{FF2B5EF4-FFF2-40B4-BE49-F238E27FC236}">
                <a16:creationId xmlns:a16="http://schemas.microsoft.com/office/drawing/2014/main" id="{05A170F7-4CA5-62FF-3898-7B1B95B0C649}"/>
              </a:ext>
            </a:extLst>
          </p:cNvPr>
          <p:cNvSpPr/>
          <p:nvPr/>
        </p:nvSpPr>
        <p:spPr>
          <a:xfrm>
            <a:off x="5189127" y="13870426"/>
            <a:ext cx="1782788" cy="749974"/>
          </a:xfrm>
          <a:custGeom>
            <a:avLst/>
            <a:gdLst>
              <a:gd name="connsiteX0" fmla="*/ 0 w 1782788"/>
              <a:gd name="connsiteY0" fmla="*/ 124998 h 749974"/>
              <a:gd name="connsiteX1" fmla="*/ 124998 w 1782788"/>
              <a:gd name="connsiteY1" fmla="*/ 0 h 749974"/>
              <a:gd name="connsiteX2" fmla="*/ 651257 w 1782788"/>
              <a:gd name="connsiteY2" fmla="*/ 0 h 749974"/>
              <a:gd name="connsiteX3" fmla="*/ 1131531 w 1782788"/>
              <a:gd name="connsiteY3" fmla="*/ 0 h 749974"/>
              <a:gd name="connsiteX4" fmla="*/ 1657790 w 1782788"/>
              <a:gd name="connsiteY4" fmla="*/ 0 h 749974"/>
              <a:gd name="connsiteX5" fmla="*/ 1782788 w 1782788"/>
              <a:gd name="connsiteY5" fmla="*/ 124998 h 749974"/>
              <a:gd name="connsiteX6" fmla="*/ 1782788 w 1782788"/>
              <a:gd name="connsiteY6" fmla="*/ 624976 h 749974"/>
              <a:gd name="connsiteX7" fmla="*/ 1657790 w 1782788"/>
              <a:gd name="connsiteY7" fmla="*/ 749974 h 749974"/>
              <a:gd name="connsiteX8" fmla="*/ 1116203 w 1782788"/>
              <a:gd name="connsiteY8" fmla="*/ 749974 h 749974"/>
              <a:gd name="connsiteX9" fmla="*/ 620601 w 1782788"/>
              <a:gd name="connsiteY9" fmla="*/ 749974 h 749974"/>
              <a:gd name="connsiteX10" fmla="*/ 124998 w 1782788"/>
              <a:gd name="connsiteY10" fmla="*/ 749974 h 749974"/>
              <a:gd name="connsiteX11" fmla="*/ 0 w 1782788"/>
              <a:gd name="connsiteY11" fmla="*/ 624976 h 749974"/>
              <a:gd name="connsiteX12" fmla="*/ 0 w 1782788"/>
              <a:gd name="connsiteY12" fmla="*/ 124998 h 74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82788" h="749974" fill="none" extrusionOk="0">
                <a:moveTo>
                  <a:pt x="0" y="124998"/>
                </a:moveTo>
                <a:cubicBezTo>
                  <a:pt x="-3373" y="43390"/>
                  <a:pt x="53381" y="-4265"/>
                  <a:pt x="124998" y="0"/>
                </a:cubicBezTo>
                <a:cubicBezTo>
                  <a:pt x="275109" y="-24386"/>
                  <a:pt x="421085" y="14950"/>
                  <a:pt x="651257" y="0"/>
                </a:cubicBezTo>
                <a:cubicBezTo>
                  <a:pt x="881429" y="-14950"/>
                  <a:pt x="922669" y="12793"/>
                  <a:pt x="1131531" y="0"/>
                </a:cubicBezTo>
                <a:cubicBezTo>
                  <a:pt x="1340393" y="-12793"/>
                  <a:pt x="1551537" y="5511"/>
                  <a:pt x="1657790" y="0"/>
                </a:cubicBezTo>
                <a:cubicBezTo>
                  <a:pt x="1732148" y="-2280"/>
                  <a:pt x="1774868" y="59915"/>
                  <a:pt x="1782788" y="124998"/>
                </a:cubicBezTo>
                <a:cubicBezTo>
                  <a:pt x="1787322" y="248373"/>
                  <a:pt x="1766519" y="385938"/>
                  <a:pt x="1782788" y="624976"/>
                </a:cubicBezTo>
                <a:cubicBezTo>
                  <a:pt x="1781557" y="698889"/>
                  <a:pt x="1737059" y="751832"/>
                  <a:pt x="1657790" y="749974"/>
                </a:cubicBezTo>
                <a:cubicBezTo>
                  <a:pt x="1421553" y="755119"/>
                  <a:pt x="1277369" y="751570"/>
                  <a:pt x="1116203" y="749974"/>
                </a:cubicBezTo>
                <a:cubicBezTo>
                  <a:pt x="955037" y="748378"/>
                  <a:pt x="843591" y="750469"/>
                  <a:pt x="620601" y="749974"/>
                </a:cubicBezTo>
                <a:cubicBezTo>
                  <a:pt x="397611" y="749479"/>
                  <a:pt x="307890" y="768819"/>
                  <a:pt x="124998" y="749974"/>
                </a:cubicBezTo>
                <a:cubicBezTo>
                  <a:pt x="57534" y="750194"/>
                  <a:pt x="-5440" y="691788"/>
                  <a:pt x="0" y="624976"/>
                </a:cubicBezTo>
                <a:cubicBezTo>
                  <a:pt x="10861" y="488155"/>
                  <a:pt x="-17411" y="312983"/>
                  <a:pt x="0" y="124998"/>
                </a:cubicBezTo>
                <a:close/>
              </a:path>
              <a:path w="1782788" h="749974" stroke="0" extrusionOk="0">
                <a:moveTo>
                  <a:pt x="0" y="124998"/>
                </a:moveTo>
                <a:cubicBezTo>
                  <a:pt x="12289" y="67344"/>
                  <a:pt x="58610" y="-735"/>
                  <a:pt x="124998" y="0"/>
                </a:cubicBezTo>
                <a:cubicBezTo>
                  <a:pt x="266123" y="-18535"/>
                  <a:pt x="445869" y="-25497"/>
                  <a:pt x="666585" y="0"/>
                </a:cubicBezTo>
                <a:cubicBezTo>
                  <a:pt x="887301" y="25497"/>
                  <a:pt x="1035289" y="-1383"/>
                  <a:pt x="1131531" y="0"/>
                </a:cubicBezTo>
                <a:cubicBezTo>
                  <a:pt x="1227773" y="1383"/>
                  <a:pt x="1438771" y="-5756"/>
                  <a:pt x="1657790" y="0"/>
                </a:cubicBezTo>
                <a:cubicBezTo>
                  <a:pt x="1729205" y="7663"/>
                  <a:pt x="1768038" y="56021"/>
                  <a:pt x="1782788" y="124998"/>
                </a:cubicBezTo>
                <a:cubicBezTo>
                  <a:pt x="1779184" y="244358"/>
                  <a:pt x="1807417" y="489721"/>
                  <a:pt x="1782788" y="624976"/>
                </a:cubicBezTo>
                <a:cubicBezTo>
                  <a:pt x="1788819" y="683787"/>
                  <a:pt x="1732993" y="758777"/>
                  <a:pt x="1657790" y="749974"/>
                </a:cubicBezTo>
                <a:cubicBezTo>
                  <a:pt x="1460117" y="729601"/>
                  <a:pt x="1375175" y="736688"/>
                  <a:pt x="1116203" y="749974"/>
                </a:cubicBezTo>
                <a:cubicBezTo>
                  <a:pt x="857231" y="763260"/>
                  <a:pt x="758555" y="754721"/>
                  <a:pt x="635929" y="749974"/>
                </a:cubicBezTo>
                <a:cubicBezTo>
                  <a:pt x="513303" y="745227"/>
                  <a:pt x="347132" y="766127"/>
                  <a:pt x="124998" y="749974"/>
                </a:cubicBezTo>
                <a:cubicBezTo>
                  <a:pt x="53905" y="757336"/>
                  <a:pt x="-5429" y="694847"/>
                  <a:pt x="0" y="624976"/>
                </a:cubicBezTo>
                <a:cubicBezTo>
                  <a:pt x="-13230" y="482339"/>
                  <a:pt x="2135" y="268212"/>
                  <a:pt x="0" y="124998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here for instructions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072F2C-2FF7-2AE7-40B2-0370ADFF4128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4244881" y="14245413"/>
            <a:ext cx="944246" cy="291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9EF34DE-EECA-0B24-2CB5-4F39E3F051DC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 flipH="1">
            <a:off x="2568180" y="12869487"/>
            <a:ext cx="4426240" cy="873688"/>
          </a:xfrm>
          <a:prstGeom prst="bentConnector4">
            <a:avLst>
              <a:gd name="adj1" fmla="val -5165"/>
              <a:gd name="adj2" fmla="val 71460"/>
            </a:avLst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28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16483771-59DA-CADD-3F5A-585A15B7B5B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550" y="1464607"/>
            <a:ext cx="697248" cy="697248"/>
          </a:xfrm>
          <a:prstGeom prst="rect">
            <a:avLst/>
          </a:prstGeom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BEA773-0D09-092E-4803-D1D99912222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85" y="627391"/>
            <a:ext cx="2673657" cy="920926"/>
          </a:xfrm>
          <a:prstGeom prst="rect">
            <a:avLst/>
          </a:prstGeom>
        </p:spPr>
      </p:pic>
      <p:sp>
        <p:nvSpPr>
          <p:cNvPr id="2" name="Rectangle: Rounded Corners 1">
            <a:hlinkClick r:id="rId24"/>
            <a:extLst>
              <a:ext uri="{FF2B5EF4-FFF2-40B4-BE49-F238E27FC236}">
                <a16:creationId xmlns:a16="http://schemas.microsoft.com/office/drawing/2014/main" id="{51ECF505-A488-5A1A-87F2-9AE71DFD7584}"/>
              </a:ext>
            </a:extLst>
          </p:cNvPr>
          <p:cNvSpPr/>
          <p:nvPr/>
        </p:nvSpPr>
        <p:spPr>
          <a:xfrm>
            <a:off x="9160948" y="20311013"/>
            <a:ext cx="2483008" cy="702615"/>
          </a:xfrm>
          <a:custGeom>
            <a:avLst/>
            <a:gdLst>
              <a:gd name="connsiteX0" fmla="*/ 0 w 2483008"/>
              <a:gd name="connsiteY0" fmla="*/ 117105 h 702615"/>
              <a:gd name="connsiteX1" fmla="*/ 117105 w 2483008"/>
              <a:gd name="connsiteY1" fmla="*/ 0 h 702615"/>
              <a:gd name="connsiteX2" fmla="*/ 724280 w 2483008"/>
              <a:gd name="connsiteY2" fmla="*/ 0 h 702615"/>
              <a:gd name="connsiteX3" fmla="*/ 1241504 w 2483008"/>
              <a:gd name="connsiteY3" fmla="*/ 0 h 702615"/>
              <a:gd name="connsiteX4" fmla="*/ 1848679 w 2483008"/>
              <a:gd name="connsiteY4" fmla="*/ 0 h 702615"/>
              <a:gd name="connsiteX5" fmla="*/ 2365903 w 2483008"/>
              <a:gd name="connsiteY5" fmla="*/ 0 h 702615"/>
              <a:gd name="connsiteX6" fmla="*/ 2483008 w 2483008"/>
              <a:gd name="connsiteY6" fmla="*/ 117105 h 702615"/>
              <a:gd name="connsiteX7" fmla="*/ 2483008 w 2483008"/>
              <a:gd name="connsiteY7" fmla="*/ 585510 h 702615"/>
              <a:gd name="connsiteX8" fmla="*/ 2365903 w 2483008"/>
              <a:gd name="connsiteY8" fmla="*/ 702615 h 702615"/>
              <a:gd name="connsiteX9" fmla="*/ 1871167 w 2483008"/>
              <a:gd name="connsiteY9" fmla="*/ 702615 h 702615"/>
              <a:gd name="connsiteX10" fmla="*/ 1286480 w 2483008"/>
              <a:gd name="connsiteY10" fmla="*/ 702615 h 702615"/>
              <a:gd name="connsiteX11" fmla="*/ 791744 w 2483008"/>
              <a:gd name="connsiteY11" fmla="*/ 702615 h 702615"/>
              <a:gd name="connsiteX12" fmla="*/ 117105 w 2483008"/>
              <a:gd name="connsiteY12" fmla="*/ 702615 h 702615"/>
              <a:gd name="connsiteX13" fmla="*/ 0 w 2483008"/>
              <a:gd name="connsiteY13" fmla="*/ 585510 h 702615"/>
              <a:gd name="connsiteX14" fmla="*/ 0 w 2483008"/>
              <a:gd name="connsiteY14" fmla="*/ 117105 h 702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83008" h="702615" fill="none" extrusionOk="0">
                <a:moveTo>
                  <a:pt x="0" y="117105"/>
                </a:moveTo>
                <a:cubicBezTo>
                  <a:pt x="-2581" y="53484"/>
                  <a:pt x="46729" y="3103"/>
                  <a:pt x="117105" y="0"/>
                </a:cubicBezTo>
                <a:cubicBezTo>
                  <a:pt x="322921" y="-1699"/>
                  <a:pt x="491297" y="-16710"/>
                  <a:pt x="724280" y="0"/>
                </a:cubicBezTo>
                <a:cubicBezTo>
                  <a:pt x="957263" y="16710"/>
                  <a:pt x="1121620" y="-25617"/>
                  <a:pt x="1241504" y="0"/>
                </a:cubicBezTo>
                <a:cubicBezTo>
                  <a:pt x="1361388" y="25617"/>
                  <a:pt x="1701645" y="-23819"/>
                  <a:pt x="1848679" y="0"/>
                </a:cubicBezTo>
                <a:cubicBezTo>
                  <a:pt x="1995713" y="23819"/>
                  <a:pt x="2158292" y="-6488"/>
                  <a:pt x="2365903" y="0"/>
                </a:cubicBezTo>
                <a:cubicBezTo>
                  <a:pt x="2429138" y="5707"/>
                  <a:pt x="2490067" y="53711"/>
                  <a:pt x="2483008" y="117105"/>
                </a:cubicBezTo>
                <a:cubicBezTo>
                  <a:pt x="2484996" y="263714"/>
                  <a:pt x="2494584" y="361789"/>
                  <a:pt x="2483008" y="585510"/>
                </a:cubicBezTo>
                <a:cubicBezTo>
                  <a:pt x="2467280" y="649689"/>
                  <a:pt x="2430787" y="708711"/>
                  <a:pt x="2365903" y="702615"/>
                </a:cubicBezTo>
                <a:cubicBezTo>
                  <a:pt x="2213375" y="718730"/>
                  <a:pt x="2012999" y="710380"/>
                  <a:pt x="1871167" y="702615"/>
                </a:cubicBezTo>
                <a:cubicBezTo>
                  <a:pt x="1729335" y="694850"/>
                  <a:pt x="1550776" y="712347"/>
                  <a:pt x="1286480" y="702615"/>
                </a:cubicBezTo>
                <a:cubicBezTo>
                  <a:pt x="1022184" y="692883"/>
                  <a:pt x="896431" y="683725"/>
                  <a:pt x="791744" y="702615"/>
                </a:cubicBezTo>
                <a:cubicBezTo>
                  <a:pt x="687057" y="721505"/>
                  <a:pt x="323017" y="690605"/>
                  <a:pt x="117105" y="702615"/>
                </a:cubicBezTo>
                <a:cubicBezTo>
                  <a:pt x="46467" y="689162"/>
                  <a:pt x="-6587" y="644838"/>
                  <a:pt x="0" y="585510"/>
                </a:cubicBezTo>
                <a:cubicBezTo>
                  <a:pt x="19099" y="391646"/>
                  <a:pt x="-8476" y="291304"/>
                  <a:pt x="0" y="117105"/>
                </a:cubicBezTo>
                <a:close/>
              </a:path>
              <a:path w="2483008" h="702615" stroke="0" extrusionOk="0">
                <a:moveTo>
                  <a:pt x="0" y="117105"/>
                </a:moveTo>
                <a:cubicBezTo>
                  <a:pt x="5242" y="57284"/>
                  <a:pt x="64239" y="-3280"/>
                  <a:pt x="117105" y="0"/>
                </a:cubicBezTo>
                <a:cubicBezTo>
                  <a:pt x="392183" y="17865"/>
                  <a:pt x="514300" y="-14944"/>
                  <a:pt x="724280" y="0"/>
                </a:cubicBezTo>
                <a:cubicBezTo>
                  <a:pt x="934261" y="14944"/>
                  <a:pt x="1025197" y="-16293"/>
                  <a:pt x="1219016" y="0"/>
                </a:cubicBezTo>
                <a:cubicBezTo>
                  <a:pt x="1412835" y="16293"/>
                  <a:pt x="1523240" y="-22151"/>
                  <a:pt x="1758728" y="0"/>
                </a:cubicBezTo>
                <a:cubicBezTo>
                  <a:pt x="1994216" y="22151"/>
                  <a:pt x="2152309" y="-3214"/>
                  <a:pt x="2365903" y="0"/>
                </a:cubicBezTo>
                <a:cubicBezTo>
                  <a:pt x="2422923" y="-5332"/>
                  <a:pt x="2487072" y="59072"/>
                  <a:pt x="2483008" y="117105"/>
                </a:cubicBezTo>
                <a:cubicBezTo>
                  <a:pt x="2482913" y="275829"/>
                  <a:pt x="2498609" y="414633"/>
                  <a:pt x="2483008" y="585510"/>
                </a:cubicBezTo>
                <a:cubicBezTo>
                  <a:pt x="2484327" y="648230"/>
                  <a:pt x="2423255" y="691018"/>
                  <a:pt x="2365903" y="702615"/>
                </a:cubicBezTo>
                <a:cubicBezTo>
                  <a:pt x="2188310" y="695973"/>
                  <a:pt x="2021587" y="677998"/>
                  <a:pt x="1758728" y="702615"/>
                </a:cubicBezTo>
                <a:cubicBezTo>
                  <a:pt x="1495870" y="727232"/>
                  <a:pt x="1507606" y="679047"/>
                  <a:pt x="1263992" y="702615"/>
                </a:cubicBezTo>
                <a:cubicBezTo>
                  <a:pt x="1020378" y="726183"/>
                  <a:pt x="995776" y="715867"/>
                  <a:pt x="769256" y="702615"/>
                </a:cubicBezTo>
                <a:cubicBezTo>
                  <a:pt x="542736" y="689363"/>
                  <a:pt x="321912" y="734973"/>
                  <a:pt x="117105" y="702615"/>
                </a:cubicBezTo>
                <a:cubicBezTo>
                  <a:pt x="49993" y="708234"/>
                  <a:pt x="6701" y="649460"/>
                  <a:pt x="0" y="585510"/>
                </a:cubicBezTo>
                <a:cubicBezTo>
                  <a:pt x="-11336" y="466777"/>
                  <a:pt x="19117" y="333812"/>
                  <a:pt x="0" y="117105"/>
                </a:cubicBezTo>
                <a:close/>
              </a:path>
            </a:pathLst>
          </a:custGeom>
          <a:solidFill>
            <a:srgbClr val="01808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2255413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the </a:t>
            </a:r>
          </a:p>
          <a:p>
            <a:pPr algn="ctr"/>
            <a:r>
              <a:rPr lang="en-GB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Psychopy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forum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8D4028D-15BC-F7F7-2A57-9748317A9C0A}"/>
              </a:ext>
            </a:extLst>
          </p:cNvPr>
          <p:cNvCxnSpPr>
            <a:cxnSpLocks/>
            <a:stCxn id="356" idx="3"/>
            <a:endCxn id="2" idx="1"/>
          </p:cNvCxnSpPr>
          <p:nvPr/>
        </p:nvCxnSpPr>
        <p:spPr>
          <a:xfrm>
            <a:off x="8219579" y="19692920"/>
            <a:ext cx="941369" cy="96940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B1A01E2-EFD1-3A83-A919-2ADD3090B9CB}"/>
              </a:ext>
            </a:extLst>
          </p:cNvPr>
          <p:cNvCxnSpPr>
            <a:cxnSpLocks/>
            <a:stCxn id="2" idx="3"/>
            <a:endCxn id="346" idx="3"/>
          </p:cNvCxnSpPr>
          <p:nvPr/>
        </p:nvCxnSpPr>
        <p:spPr>
          <a:xfrm flipH="1" flipV="1">
            <a:off x="2828816" y="17919112"/>
            <a:ext cx="8815140" cy="2743209"/>
          </a:xfrm>
          <a:prstGeom prst="bentConnector3">
            <a:avLst>
              <a:gd name="adj1" fmla="val -2593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97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357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Tommaso Ghilardi (Staff)</cp:lastModifiedBy>
  <cp:revision>2</cp:revision>
  <cp:lastPrinted>2025-08-30T11:46:46Z</cp:lastPrinted>
  <dcterms:created xsi:type="dcterms:W3CDTF">2025-03-06T11:16:10Z</dcterms:created>
  <dcterms:modified xsi:type="dcterms:W3CDTF">2025-08-30T21:32:28Z</dcterms:modified>
</cp:coreProperties>
</file>