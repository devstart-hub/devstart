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60" r:id="rId2"/>
  </p:sldIdLst>
  <p:sldSz cx="12599988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CACA"/>
    <a:srgbClr val="00B3B3"/>
    <a:srgbClr val="018080"/>
    <a:srgbClr val="CFCCD6"/>
    <a:srgbClr val="B68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F45E3B-A62A-4CBF-971A-719412A1D47F}" v="41" dt="2025-08-30T21:36:14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80" d="100"/>
          <a:sy n="80" d="100"/>
        </p:scale>
        <p:origin x="1572" y="-2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Ghilardi (Staff)" userId="b9591c49-3913-47aa-a516-44e0ea4248a4" providerId="ADAL" clId="{0D36F859-059A-4DB7-AEC5-974ED1AC50D6}"/>
    <pc:docChg chg="undo custSel addSld modSld">
      <pc:chgData name="Tommaso Ghilardi (Staff)" userId="b9591c49-3913-47aa-a516-44e0ea4248a4" providerId="ADAL" clId="{0D36F859-059A-4DB7-AEC5-974ED1AC50D6}" dt="2025-08-29T17:03:40.497" v="393" actId="478"/>
      <pc:docMkLst>
        <pc:docMk/>
      </pc:docMkLst>
      <pc:sldChg chg="addSp delSp modSp mod">
        <pc:chgData name="Tommaso Ghilardi (Staff)" userId="b9591c49-3913-47aa-a516-44e0ea4248a4" providerId="ADAL" clId="{0D36F859-059A-4DB7-AEC5-974ED1AC50D6}" dt="2025-08-29T17:03:40.497" v="393" actId="478"/>
        <pc:sldMkLst>
          <pc:docMk/>
          <pc:sldMk cId="1204861259" sldId="259"/>
        </pc:sldMkLst>
        <pc:spChg chg="del">
          <ac:chgData name="Tommaso Ghilardi (Staff)" userId="b9591c49-3913-47aa-a516-44e0ea4248a4" providerId="ADAL" clId="{0D36F859-059A-4DB7-AEC5-974ED1AC50D6}" dt="2025-08-29T17:03:35.915" v="392" actId="478"/>
          <ac:spMkLst>
            <pc:docMk/>
            <pc:sldMk cId="1204861259" sldId="259"/>
            <ac:spMk id="2" creationId="{59FE5820-4E9E-A0B1-F1D5-2EEDB008C3B4}"/>
          </ac:spMkLst>
        </pc:spChg>
        <pc:spChg chg="add del mod">
          <ac:chgData name="Tommaso Ghilardi (Staff)" userId="b9591c49-3913-47aa-a516-44e0ea4248a4" providerId="ADAL" clId="{0D36F859-059A-4DB7-AEC5-974ED1AC50D6}" dt="2025-08-29T17:03:40.497" v="393" actId="478"/>
          <ac:spMkLst>
            <pc:docMk/>
            <pc:sldMk cId="1204861259" sldId="259"/>
            <ac:spMk id="9" creationId="{412EC709-34A2-A3B9-FAE4-54E870E7A650}"/>
          </ac:spMkLst>
        </pc:spChg>
        <pc:picChg chg="del mod">
          <ac:chgData name="Tommaso Ghilardi (Staff)" userId="b9591c49-3913-47aa-a516-44e0ea4248a4" providerId="ADAL" clId="{0D36F859-059A-4DB7-AEC5-974ED1AC50D6}" dt="2025-08-29T17:03:26.398" v="391" actId="478"/>
          <ac:picMkLst>
            <pc:docMk/>
            <pc:sldMk cId="1204861259" sldId="259"/>
            <ac:picMk id="19" creationId="{BC084F83-2B7D-4036-2DCD-49AFF9BD8F45}"/>
          </ac:picMkLst>
        </pc:picChg>
      </pc:sldChg>
      <pc:sldChg chg="addSp delSp modSp add mod">
        <pc:chgData name="Tommaso Ghilardi (Staff)" userId="b9591c49-3913-47aa-a516-44e0ea4248a4" providerId="ADAL" clId="{0D36F859-059A-4DB7-AEC5-974ED1AC50D6}" dt="2025-08-29T17:03:21.076" v="389" actId="478"/>
        <pc:sldMkLst>
          <pc:docMk/>
          <pc:sldMk cId="3385753680" sldId="260"/>
        </pc:sldMkLst>
        <pc:spChg chg="mod">
          <ac:chgData name="Tommaso Ghilardi (Staff)" userId="b9591c49-3913-47aa-a516-44e0ea4248a4" providerId="ADAL" clId="{0D36F859-059A-4DB7-AEC5-974ED1AC50D6}" dt="2025-08-29T16:50:50.241" v="1" actId="20577"/>
          <ac:spMkLst>
            <pc:docMk/>
            <pc:sldMk cId="3385753680" sldId="260"/>
            <ac:spMk id="2" creationId="{3748DC45-1C88-F4F3-6E74-437B32A04A5F}"/>
          </ac:spMkLst>
        </pc:spChg>
        <pc:spChg chg="add del mod">
          <ac:chgData name="Tommaso Ghilardi (Staff)" userId="b9591c49-3913-47aa-a516-44e0ea4248a4" providerId="ADAL" clId="{0D36F859-059A-4DB7-AEC5-974ED1AC50D6}" dt="2025-08-29T16:53:43.476" v="209" actId="478"/>
          <ac:spMkLst>
            <pc:docMk/>
            <pc:sldMk cId="3385753680" sldId="260"/>
            <ac:spMk id="3" creationId="{4238F431-CBC6-70D4-2A63-C19FD892FFF7}"/>
          </ac:spMkLst>
        </pc:spChg>
        <pc:spChg chg="add del mod">
          <ac:chgData name="Tommaso Ghilardi (Staff)" userId="b9591c49-3913-47aa-a516-44e0ea4248a4" providerId="ADAL" clId="{0D36F859-059A-4DB7-AEC5-974ED1AC50D6}" dt="2025-08-29T16:53:43.476" v="209" actId="478"/>
          <ac:spMkLst>
            <pc:docMk/>
            <pc:sldMk cId="3385753680" sldId="260"/>
            <ac:spMk id="5" creationId="{E78BA163-CC21-5A6C-5876-6558AE603B57}"/>
          </ac:spMkLst>
        </pc:spChg>
        <pc:spChg chg="add mod">
          <ac:chgData name="Tommaso Ghilardi (Staff)" userId="b9591c49-3913-47aa-a516-44e0ea4248a4" providerId="ADAL" clId="{0D36F859-059A-4DB7-AEC5-974ED1AC50D6}" dt="2025-08-29T17:02:51.446" v="383" actId="1076"/>
          <ac:spMkLst>
            <pc:docMk/>
            <pc:sldMk cId="3385753680" sldId="260"/>
            <ac:spMk id="15" creationId="{DFA300B6-B8C7-EDBD-7039-BF06054D7791}"/>
          </ac:spMkLst>
        </pc:spChg>
        <pc:spChg chg="del mod">
          <ac:chgData name="Tommaso Ghilardi (Staff)" userId="b9591c49-3913-47aa-a516-44e0ea4248a4" providerId="ADAL" clId="{0D36F859-059A-4DB7-AEC5-974ED1AC50D6}" dt="2025-08-29T16:57:08.809" v="264" actId="478"/>
          <ac:spMkLst>
            <pc:docMk/>
            <pc:sldMk cId="3385753680" sldId="260"/>
            <ac:spMk id="30" creationId="{0BFEE132-9003-E1BC-9F57-C3A49C16AC56}"/>
          </ac:spMkLst>
        </pc:spChg>
        <pc:spChg chg="del mod">
          <ac:chgData name="Tommaso Ghilardi (Staff)" userId="b9591c49-3913-47aa-a516-44e0ea4248a4" providerId="ADAL" clId="{0D36F859-059A-4DB7-AEC5-974ED1AC50D6}" dt="2025-08-29T16:51:19.208" v="15" actId="478"/>
          <ac:spMkLst>
            <pc:docMk/>
            <pc:sldMk cId="3385753680" sldId="260"/>
            <ac:spMk id="46" creationId="{5D577444-4004-045D-7A05-42398BC3B111}"/>
          </ac:spMkLst>
        </pc:spChg>
        <pc:spChg chg="del">
          <ac:chgData name="Tommaso Ghilardi (Staff)" userId="b9591c49-3913-47aa-a516-44e0ea4248a4" providerId="ADAL" clId="{0D36F859-059A-4DB7-AEC5-974ED1AC50D6}" dt="2025-08-29T16:51:19.208" v="15" actId="478"/>
          <ac:spMkLst>
            <pc:docMk/>
            <pc:sldMk cId="3385753680" sldId="260"/>
            <ac:spMk id="48" creationId="{941FA761-963D-7074-0F49-89CD7A0ADC8A}"/>
          </ac:spMkLst>
        </pc:spChg>
        <pc:spChg chg="del">
          <ac:chgData name="Tommaso Ghilardi (Staff)" userId="b9591c49-3913-47aa-a516-44e0ea4248a4" providerId="ADAL" clId="{0D36F859-059A-4DB7-AEC5-974ED1AC50D6}" dt="2025-08-29T16:51:10.594" v="14" actId="478"/>
          <ac:spMkLst>
            <pc:docMk/>
            <pc:sldMk cId="3385753680" sldId="260"/>
            <ac:spMk id="55" creationId="{397E92F6-12CB-919D-9579-40A8F87F3152}"/>
          </ac:spMkLst>
        </pc:spChg>
        <pc:spChg chg="del">
          <ac:chgData name="Tommaso Ghilardi (Staff)" userId="b9591c49-3913-47aa-a516-44e0ea4248a4" providerId="ADAL" clId="{0D36F859-059A-4DB7-AEC5-974ED1AC50D6}" dt="2025-08-29T16:51:19.208" v="15" actId="478"/>
          <ac:spMkLst>
            <pc:docMk/>
            <pc:sldMk cId="3385753680" sldId="260"/>
            <ac:spMk id="57" creationId="{48CB3AF2-EDA0-C60B-231C-02F2FE1E50D3}"/>
          </ac:spMkLst>
        </pc:spChg>
        <pc:spChg chg="del">
          <ac:chgData name="Tommaso Ghilardi (Staff)" userId="b9591c49-3913-47aa-a516-44e0ea4248a4" providerId="ADAL" clId="{0D36F859-059A-4DB7-AEC5-974ED1AC50D6}" dt="2025-08-29T16:51:09.157" v="13" actId="478"/>
          <ac:spMkLst>
            <pc:docMk/>
            <pc:sldMk cId="3385753680" sldId="260"/>
            <ac:spMk id="58" creationId="{4CE6EDC1-2D79-C335-0605-9FDB68DA9803}"/>
          </ac:spMkLst>
        </pc:spChg>
        <pc:spChg chg="mod">
          <ac:chgData name="Tommaso Ghilardi (Staff)" userId="b9591c49-3913-47aa-a516-44e0ea4248a4" providerId="ADAL" clId="{0D36F859-059A-4DB7-AEC5-974ED1AC50D6}" dt="2025-08-29T17:02:01.529" v="362" actId="20577"/>
          <ac:spMkLst>
            <pc:docMk/>
            <pc:sldMk cId="3385753680" sldId="260"/>
            <ac:spMk id="59" creationId="{F07EBDBA-B9A2-C1C0-86D1-AF3EBFCB1786}"/>
          </ac:spMkLst>
        </pc:spChg>
        <pc:spChg chg="del">
          <ac:chgData name="Tommaso Ghilardi (Staff)" userId="b9591c49-3913-47aa-a516-44e0ea4248a4" providerId="ADAL" clId="{0D36F859-059A-4DB7-AEC5-974ED1AC50D6}" dt="2025-08-29T16:51:19.208" v="15" actId="478"/>
          <ac:spMkLst>
            <pc:docMk/>
            <pc:sldMk cId="3385753680" sldId="260"/>
            <ac:spMk id="65" creationId="{70F39C8F-F3FF-145F-76A6-F81ED7E104C9}"/>
          </ac:spMkLst>
        </pc:spChg>
        <pc:spChg chg="mod">
          <ac:chgData name="Tommaso Ghilardi (Staff)" userId="b9591c49-3913-47aa-a516-44e0ea4248a4" providerId="ADAL" clId="{0D36F859-059A-4DB7-AEC5-974ED1AC50D6}" dt="2025-08-29T16:53:56.069" v="212" actId="14100"/>
          <ac:spMkLst>
            <pc:docMk/>
            <pc:sldMk cId="3385753680" sldId="260"/>
            <ac:spMk id="103" creationId="{B1A42515-5043-D454-C58F-AD7C1FC354C3}"/>
          </ac:spMkLst>
        </pc:spChg>
        <pc:spChg chg="mod">
          <ac:chgData name="Tommaso Ghilardi (Staff)" userId="b9591c49-3913-47aa-a516-44e0ea4248a4" providerId="ADAL" clId="{0D36F859-059A-4DB7-AEC5-974ED1AC50D6}" dt="2025-08-29T16:51:53.725" v="52" actId="20577"/>
          <ac:spMkLst>
            <pc:docMk/>
            <pc:sldMk cId="3385753680" sldId="260"/>
            <ac:spMk id="160" creationId="{A61DCCA1-F9C2-5B0C-BE08-514DB17B7324}"/>
          </ac:spMkLst>
        </pc:spChg>
        <pc:spChg chg="mod">
          <ac:chgData name="Tommaso Ghilardi (Staff)" userId="b9591c49-3913-47aa-a516-44e0ea4248a4" providerId="ADAL" clId="{0D36F859-059A-4DB7-AEC5-974ED1AC50D6}" dt="2025-08-29T16:51:33.708" v="20" actId="1076"/>
          <ac:spMkLst>
            <pc:docMk/>
            <pc:sldMk cId="3385753680" sldId="260"/>
            <ac:spMk id="165" creationId="{E18E0C6C-DF41-F5BB-E99B-07D7F78A9468}"/>
          </ac:spMkLst>
        </pc:spChg>
        <pc:spChg chg="mod">
          <ac:chgData name="Tommaso Ghilardi (Staff)" userId="b9591c49-3913-47aa-a516-44e0ea4248a4" providerId="ADAL" clId="{0D36F859-059A-4DB7-AEC5-974ED1AC50D6}" dt="2025-08-29T16:51:33.708" v="20" actId="1076"/>
          <ac:spMkLst>
            <pc:docMk/>
            <pc:sldMk cId="3385753680" sldId="260"/>
            <ac:spMk id="167" creationId="{2C358D5C-84DC-E6F3-6072-A454B4A6F02C}"/>
          </ac:spMkLst>
        </pc:spChg>
        <pc:spChg chg="mod">
          <ac:chgData name="Tommaso Ghilardi (Staff)" userId="b9591c49-3913-47aa-a516-44e0ea4248a4" providerId="ADAL" clId="{0D36F859-059A-4DB7-AEC5-974ED1AC50D6}" dt="2025-08-29T16:52:16.847" v="110" actId="20577"/>
          <ac:spMkLst>
            <pc:docMk/>
            <pc:sldMk cId="3385753680" sldId="260"/>
            <ac:spMk id="189" creationId="{1BB1A36C-D3DE-6779-160C-EB507B0E1C29}"/>
          </ac:spMkLst>
        </pc:spChg>
        <pc:spChg chg="mod">
          <ac:chgData name="Tommaso Ghilardi (Staff)" userId="b9591c49-3913-47aa-a516-44e0ea4248a4" providerId="ADAL" clId="{0D36F859-059A-4DB7-AEC5-974ED1AC50D6}" dt="2025-08-29T16:51:33.708" v="20" actId="1076"/>
          <ac:spMkLst>
            <pc:docMk/>
            <pc:sldMk cId="3385753680" sldId="260"/>
            <ac:spMk id="194" creationId="{1C5F7E85-B3CC-DDA0-268F-F46D484256DC}"/>
          </ac:spMkLst>
        </pc:spChg>
        <pc:spChg chg="mod">
          <ac:chgData name="Tommaso Ghilardi (Staff)" userId="b9591c49-3913-47aa-a516-44e0ea4248a4" providerId="ADAL" clId="{0D36F859-059A-4DB7-AEC5-974ED1AC50D6}" dt="2025-08-29T16:53:14.290" v="205" actId="313"/>
          <ac:spMkLst>
            <pc:docMk/>
            <pc:sldMk cId="3385753680" sldId="260"/>
            <ac:spMk id="196" creationId="{131AD033-4BF6-2CB9-2B20-6BCC9C88031E}"/>
          </ac:spMkLst>
        </pc:spChg>
        <pc:spChg chg="mod">
          <ac:chgData name="Tommaso Ghilardi (Staff)" userId="b9591c49-3913-47aa-a516-44e0ea4248a4" providerId="ADAL" clId="{0D36F859-059A-4DB7-AEC5-974ED1AC50D6}" dt="2025-08-29T16:51:33.708" v="20" actId="1076"/>
          <ac:spMkLst>
            <pc:docMk/>
            <pc:sldMk cId="3385753680" sldId="260"/>
            <ac:spMk id="239" creationId="{C7B4A8E9-48E6-E56C-94AA-335BCD028649}"/>
          </ac:spMkLst>
        </pc:spChg>
        <pc:spChg chg="del mod">
          <ac:chgData name="Tommaso Ghilardi (Staff)" userId="b9591c49-3913-47aa-a516-44e0ea4248a4" providerId="ADAL" clId="{0D36F859-059A-4DB7-AEC5-974ED1AC50D6}" dt="2025-08-29T16:56:54.377" v="259" actId="478"/>
          <ac:spMkLst>
            <pc:docMk/>
            <pc:sldMk cId="3385753680" sldId="260"/>
            <ac:spMk id="298" creationId="{71A6DE5D-0C93-458C-DF08-D777E40E24BF}"/>
          </ac:spMkLst>
        </pc:spChg>
        <pc:spChg chg="del mod">
          <ac:chgData name="Tommaso Ghilardi (Staff)" userId="b9591c49-3913-47aa-a516-44e0ea4248a4" providerId="ADAL" clId="{0D36F859-059A-4DB7-AEC5-974ED1AC50D6}" dt="2025-08-29T16:56:53.114" v="258" actId="478"/>
          <ac:spMkLst>
            <pc:docMk/>
            <pc:sldMk cId="3385753680" sldId="260"/>
            <ac:spMk id="299" creationId="{3B6E111B-87B6-88F9-18C1-13F24302E594}"/>
          </ac:spMkLst>
        </pc:spChg>
        <pc:spChg chg="mod">
          <ac:chgData name="Tommaso Ghilardi (Staff)" userId="b9591c49-3913-47aa-a516-44e0ea4248a4" providerId="ADAL" clId="{0D36F859-059A-4DB7-AEC5-974ED1AC50D6}" dt="2025-08-29T17:02:23.980" v="379" actId="6549"/>
          <ac:spMkLst>
            <pc:docMk/>
            <pc:sldMk cId="3385753680" sldId="260"/>
            <ac:spMk id="330" creationId="{06E73439-4535-5659-0077-DCB1656E74B8}"/>
          </ac:spMkLst>
        </pc:spChg>
        <pc:spChg chg="mod">
          <ac:chgData name="Tommaso Ghilardi (Staff)" userId="b9591c49-3913-47aa-a516-44e0ea4248a4" providerId="ADAL" clId="{0D36F859-059A-4DB7-AEC5-974ED1AC50D6}" dt="2025-08-29T17:00:49.626" v="310" actId="1076"/>
          <ac:spMkLst>
            <pc:docMk/>
            <pc:sldMk cId="3385753680" sldId="260"/>
            <ac:spMk id="346" creationId="{6809C222-3E55-5E9F-E93B-09A77EF2B877}"/>
          </ac:spMkLst>
        </pc:spChg>
        <pc:spChg chg="mod">
          <ac:chgData name="Tommaso Ghilardi (Staff)" userId="b9591c49-3913-47aa-a516-44e0ea4248a4" providerId="ADAL" clId="{0D36F859-059A-4DB7-AEC5-974ED1AC50D6}" dt="2025-08-29T17:01:40.297" v="353" actId="20577"/>
          <ac:spMkLst>
            <pc:docMk/>
            <pc:sldMk cId="3385753680" sldId="260"/>
            <ac:spMk id="351" creationId="{6EA7600C-6C54-3105-A18C-9017A16B3D21}"/>
          </ac:spMkLst>
        </pc:spChg>
        <pc:spChg chg="del mod">
          <ac:chgData name="Tommaso Ghilardi (Staff)" userId="b9591c49-3913-47aa-a516-44e0ea4248a4" providerId="ADAL" clId="{0D36F859-059A-4DB7-AEC5-974ED1AC50D6}" dt="2025-08-29T17:03:21.076" v="389" actId="478"/>
          <ac:spMkLst>
            <pc:docMk/>
            <pc:sldMk cId="3385753680" sldId="260"/>
            <ac:spMk id="356" creationId="{F81E4071-9C3F-3936-7A55-54F00982D6CD}"/>
          </ac:spMkLst>
        </pc:spChg>
        <pc:spChg chg="mod">
          <ac:chgData name="Tommaso Ghilardi (Staff)" userId="b9591c49-3913-47aa-a516-44e0ea4248a4" providerId="ADAL" clId="{0D36F859-059A-4DB7-AEC5-974ED1AC50D6}" dt="2025-08-29T17:03:00.198" v="384" actId="1076"/>
          <ac:spMkLst>
            <pc:docMk/>
            <pc:sldMk cId="3385753680" sldId="260"/>
            <ac:spMk id="363" creationId="{9319AFEF-4A5B-08F3-5D86-49BC1B2B3E0B}"/>
          </ac:spMkLst>
        </pc:spChg>
        <pc:spChg chg="mod">
          <ac:chgData name="Tommaso Ghilardi (Staff)" userId="b9591c49-3913-47aa-a516-44e0ea4248a4" providerId="ADAL" clId="{0D36F859-059A-4DB7-AEC5-974ED1AC50D6}" dt="2025-08-29T17:01:49.962" v="357" actId="1076"/>
          <ac:spMkLst>
            <pc:docMk/>
            <pc:sldMk cId="3385753680" sldId="260"/>
            <ac:spMk id="417" creationId="{C673FA4E-BE89-1311-DCFA-DAD53A6CE2E9}"/>
          </ac:spMkLst>
        </pc:sp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49" creationId="{53741F94-459C-38A9-5B3D-5299EC9BB9EB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218" creationId="{B4466213-2FCF-ECC5-A4AD-61265714B9E4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219" creationId="{0B75812E-6228-9FB2-0677-A1BC2146E6D8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231" creationId="{9B7D55D5-2163-A269-CAA1-F4FCA36B15B3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232" creationId="{1E1E8390-A6D5-1777-C487-FCD387CEAE1C}"/>
          </ac:picMkLst>
        </pc:picChg>
        <pc:picChg chg="del mod">
          <ac:chgData name="Tommaso Ghilardi (Staff)" userId="b9591c49-3913-47aa-a516-44e0ea4248a4" providerId="ADAL" clId="{0D36F859-059A-4DB7-AEC5-974ED1AC50D6}" dt="2025-08-29T17:03:21.076" v="389" actId="478"/>
          <ac:picMkLst>
            <pc:docMk/>
            <pc:sldMk cId="3385753680" sldId="260"/>
            <ac:picMk id="328" creationId="{EEAE8B6C-EA69-122F-76F4-A86929B74159}"/>
          </ac:picMkLst>
        </pc:picChg>
        <pc:picChg chg="del mod">
          <ac:chgData name="Tommaso Ghilardi (Staff)" userId="b9591c49-3913-47aa-a516-44e0ea4248a4" providerId="ADAL" clId="{0D36F859-059A-4DB7-AEC5-974ED1AC50D6}" dt="2025-08-29T17:03:21.076" v="389" actId="478"/>
          <ac:picMkLst>
            <pc:docMk/>
            <pc:sldMk cId="3385753680" sldId="260"/>
            <ac:picMk id="329" creationId="{684E2AF0-08DB-7292-318E-AAED010CED5C}"/>
          </ac:picMkLst>
        </pc:picChg>
        <pc:picChg chg="del mod">
          <ac:chgData name="Tommaso Ghilardi (Staff)" userId="b9591c49-3913-47aa-a516-44e0ea4248a4" providerId="ADAL" clId="{0D36F859-059A-4DB7-AEC5-974ED1AC50D6}" dt="2025-08-29T17:03:21.076" v="389" actId="478"/>
          <ac:picMkLst>
            <pc:docMk/>
            <pc:sldMk cId="3385753680" sldId="260"/>
            <ac:picMk id="386" creationId="{A66B6261-4C85-1A9A-B853-025B22A29C5C}"/>
          </ac:picMkLst>
        </pc:picChg>
        <pc:picChg chg="del mod">
          <ac:chgData name="Tommaso Ghilardi (Staff)" userId="b9591c49-3913-47aa-a516-44e0ea4248a4" providerId="ADAL" clId="{0D36F859-059A-4DB7-AEC5-974ED1AC50D6}" dt="2025-08-29T17:03:21.076" v="389" actId="478"/>
          <ac:picMkLst>
            <pc:docMk/>
            <pc:sldMk cId="3385753680" sldId="260"/>
            <ac:picMk id="387" creationId="{004917E4-DCC6-F5B4-0940-240A6157C6B4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407" creationId="{CB5C006F-95EA-F4DA-4FE5-7FC533EBF55F}"/>
          </ac:picMkLst>
        </pc:picChg>
        <pc:picChg chg="mod">
          <ac:chgData name="Tommaso Ghilardi (Staff)" userId="b9591c49-3913-47aa-a516-44e0ea4248a4" providerId="ADAL" clId="{0D36F859-059A-4DB7-AEC5-974ED1AC50D6}" dt="2025-08-29T17:01:49.962" v="357" actId="1076"/>
          <ac:picMkLst>
            <pc:docMk/>
            <pc:sldMk cId="3385753680" sldId="260"/>
            <ac:picMk id="416" creationId="{8D83BF76-9546-066C-77A5-32747A545941}"/>
          </ac:picMkLst>
        </pc:picChg>
        <pc:cxnChg chg="add del mod">
          <ac:chgData name="Tommaso Ghilardi (Staff)" userId="b9591c49-3913-47aa-a516-44e0ea4248a4" providerId="ADAL" clId="{0D36F859-059A-4DB7-AEC5-974ED1AC50D6}" dt="2025-08-29T16:53:43.476" v="209" actId="478"/>
          <ac:cxnSpMkLst>
            <pc:docMk/>
            <pc:sldMk cId="3385753680" sldId="260"/>
            <ac:cxnSpMk id="4" creationId="{077E0776-C5F5-7692-410C-01E8CFEB20AD}"/>
          </ac:cxnSpMkLst>
        </pc:cxnChg>
        <pc:cxnChg chg="add del mod">
          <ac:chgData name="Tommaso Ghilardi (Staff)" userId="b9591c49-3913-47aa-a516-44e0ea4248a4" providerId="ADAL" clId="{0D36F859-059A-4DB7-AEC5-974ED1AC50D6}" dt="2025-08-29T17:03:13.744" v="388" actId="14100"/>
          <ac:cxnSpMkLst>
            <pc:docMk/>
            <pc:sldMk cId="3385753680" sldId="260"/>
            <ac:cxnSpMk id="6" creationId="{D33B770E-6D91-B9DE-FF27-B21102EDE9B6}"/>
          </ac:cxnSpMkLst>
        </pc:cxnChg>
        <pc:cxnChg chg="del mod">
          <ac:chgData name="Tommaso Ghilardi (Staff)" userId="b9591c49-3913-47aa-a516-44e0ea4248a4" providerId="ADAL" clId="{0D36F859-059A-4DB7-AEC5-974ED1AC50D6}" dt="2025-08-29T16:53:46.003" v="210" actId="478"/>
          <ac:cxnSpMkLst>
            <pc:docMk/>
            <pc:sldMk cId="3385753680" sldId="260"/>
            <ac:cxnSpMk id="7" creationId="{7FC1F429-7D42-ED33-F925-75B747EE298B}"/>
          </ac:cxnSpMkLst>
        </pc:cxnChg>
        <pc:cxnChg chg="mod">
          <ac:chgData name="Tommaso Ghilardi (Staff)" userId="b9591c49-3913-47aa-a516-44e0ea4248a4" providerId="ADAL" clId="{0D36F859-059A-4DB7-AEC5-974ED1AC50D6}" dt="2025-08-29T17:01:08.278" v="316" actId="14100"/>
          <ac:cxnSpMkLst>
            <pc:docMk/>
            <pc:sldMk cId="3385753680" sldId="260"/>
            <ac:cxnSpMk id="42" creationId="{C00EAA6A-967F-B7BB-A566-B570DBCA4121}"/>
          </ac:cxnSpMkLst>
        </pc:cxnChg>
        <pc:cxnChg chg="add mod">
          <ac:chgData name="Tommaso Ghilardi (Staff)" userId="b9591c49-3913-47aa-a516-44e0ea4248a4" providerId="ADAL" clId="{0D36F859-059A-4DB7-AEC5-974ED1AC50D6}" dt="2025-08-29T17:03:00.198" v="384" actId="1076"/>
          <ac:cxnSpMkLst>
            <pc:docMk/>
            <pc:sldMk cId="3385753680" sldId="260"/>
            <ac:cxnSpMk id="44" creationId="{2836FF54-7FB5-3244-0498-FA1DACEB38DF}"/>
          </ac:cxnSpMkLst>
        </pc:cxnChg>
        <pc:cxnChg chg="mod">
          <ac:chgData name="Tommaso Ghilardi (Staff)" userId="b9591c49-3913-47aa-a516-44e0ea4248a4" providerId="ADAL" clId="{0D36F859-059A-4DB7-AEC5-974ED1AC50D6}" dt="2025-08-29T17:02:51.446" v="383" actId="1076"/>
          <ac:cxnSpMkLst>
            <pc:docMk/>
            <pc:sldMk cId="3385753680" sldId="260"/>
            <ac:cxnSpMk id="47" creationId="{4A3CC929-CA90-82AB-8D75-D1AB63940ECD}"/>
          </ac:cxnSpMkLst>
        </pc:cxnChg>
        <pc:cxnChg chg="del mod">
          <ac:chgData name="Tommaso Ghilardi (Staff)" userId="b9591c49-3913-47aa-a516-44e0ea4248a4" providerId="ADAL" clId="{0D36F859-059A-4DB7-AEC5-974ED1AC50D6}" dt="2025-08-29T16:56:00.459" v="248" actId="478"/>
          <ac:cxnSpMkLst>
            <pc:docMk/>
            <pc:sldMk cId="3385753680" sldId="260"/>
            <ac:cxnSpMk id="56" creationId="{4E409A1F-0B0C-A5A5-EC82-02617E2F3C8F}"/>
          </ac:cxnSpMkLst>
        </pc:cxnChg>
        <pc:cxnChg chg="del mod">
          <ac:chgData name="Tommaso Ghilardi (Staff)" userId="b9591c49-3913-47aa-a516-44e0ea4248a4" providerId="ADAL" clId="{0D36F859-059A-4DB7-AEC5-974ED1AC50D6}" dt="2025-08-29T16:55:58.844" v="247" actId="478"/>
          <ac:cxnSpMkLst>
            <pc:docMk/>
            <pc:sldMk cId="3385753680" sldId="260"/>
            <ac:cxnSpMk id="77" creationId="{7A98067A-59E9-9BC9-87FD-E3C716C9B0E0}"/>
          </ac:cxnSpMkLst>
        </pc:cxnChg>
        <pc:cxnChg chg="mod">
          <ac:chgData name="Tommaso Ghilardi (Staff)" userId="b9591c49-3913-47aa-a516-44e0ea4248a4" providerId="ADAL" clId="{0D36F859-059A-4DB7-AEC5-974ED1AC50D6}" dt="2025-08-29T16:51:10.594" v="14" actId="478"/>
          <ac:cxnSpMkLst>
            <pc:docMk/>
            <pc:sldMk cId="3385753680" sldId="260"/>
            <ac:cxnSpMk id="81" creationId="{496AE5A8-14D6-76BC-E6C9-7EA3D5C74615}"/>
          </ac:cxnSpMkLst>
        </pc:cxnChg>
        <pc:cxnChg chg="add mod">
          <ac:chgData name="Tommaso Ghilardi (Staff)" userId="b9591c49-3913-47aa-a516-44e0ea4248a4" providerId="ADAL" clId="{0D36F859-059A-4DB7-AEC5-974ED1AC50D6}" dt="2025-08-29T17:03:10.345" v="387" actId="14100"/>
          <ac:cxnSpMkLst>
            <pc:docMk/>
            <pc:sldMk cId="3385753680" sldId="260"/>
            <ac:cxnSpMk id="111" creationId="{8B1D3DBF-AFA1-3F17-A964-7072F2A83972}"/>
          </ac:cxnSpMkLst>
        </pc:cxnChg>
        <pc:cxnChg chg="del">
          <ac:chgData name="Tommaso Ghilardi (Staff)" userId="b9591c49-3913-47aa-a516-44e0ea4248a4" providerId="ADAL" clId="{0D36F859-059A-4DB7-AEC5-974ED1AC50D6}" dt="2025-08-29T16:51:20.729" v="16" actId="478"/>
          <ac:cxnSpMkLst>
            <pc:docMk/>
            <pc:sldMk cId="3385753680" sldId="260"/>
            <ac:cxnSpMk id="139" creationId="{30F5EF37-760A-B73C-06F4-3A16004D2AA9}"/>
          </ac:cxnSpMkLst>
        </pc:cxnChg>
        <pc:cxnChg chg="del mod">
          <ac:chgData name="Tommaso Ghilardi (Staff)" userId="b9591c49-3913-47aa-a516-44e0ea4248a4" providerId="ADAL" clId="{0D36F859-059A-4DB7-AEC5-974ED1AC50D6}" dt="2025-08-29T16:51:21.814" v="17" actId="478"/>
          <ac:cxnSpMkLst>
            <pc:docMk/>
            <pc:sldMk cId="3385753680" sldId="260"/>
            <ac:cxnSpMk id="246" creationId="{CDA48363-35EE-FE14-D1FE-FB2C448F110D}"/>
          </ac:cxnSpMkLst>
        </pc:cxnChg>
        <pc:cxnChg chg="mod">
          <ac:chgData name="Tommaso Ghilardi (Staff)" userId="b9591c49-3913-47aa-a516-44e0ea4248a4" providerId="ADAL" clId="{0D36F859-059A-4DB7-AEC5-974ED1AC50D6}" dt="2025-08-29T16:51:10.594" v="14" actId="478"/>
          <ac:cxnSpMkLst>
            <pc:docMk/>
            <pc:sldMk cId="3385753680" sldId="260"/>
            <ac:cxnSpMk id="255" creationId="{DC3F058D-23BA-7EAB-8CFE-4975D63ADCA9}"/>
          </ac:cxnSpMkLst>
        </pc:cxnChg>
        <pc:cxnChg chg="mod">
          <ac:chgData name="Tommaso Ghilardi (Staff)" userId="b9591c49-3913-47aa-a516-44e0ea4248a4" providerId="ADAL" clId="{0D36F859-059A-4DB7-AEC5-974ED1AC50D6}" dt="2025-08-29T16:51:10.594" v="14" actId="478"/>
          <ac:cxnSpMkLst>
            <pc:docMk/>
            <pc:sldMk cId="3385753680" sldId="260"/>
            <ac:cxnSpMk id="260" creationId="{8E4F25D4-F311-CF38-7A55-7AA629F037C8}"/>
          </ac:cxnSpMkLst>
        </pc:cxnChg>
        <pc:cxnChg chg="mod">
          <ac:chgData name="Tommaso Ghilardi (Staff)" userId="b9591c49-3913-47aa-a516-44e0ea4248a4" providerId="ADAL" clId="{0D36F859-059A-4DB7-AEC5-974ED1AC50D6}" dt="2025-08-29T17:02:51.446" v="383" actId="1076"/>
          <ac:cxnSpMkLst>
            <pc:docMk/>
            <pc:sldMk cId="3385753680" sldId="260"/>
            <ac:cxnSpMk id="304" creationId="{822D1E2E-9485-3C91-2BB2-2AC81CEFBC67}"/>
          </ac:cxnSpMkLst>
        </pc:cxnChg>
        <pc:cxnChg chg="del mod">
          <ac:chgData name="Tommaso Ghilardi (Staff)" userId="b9591c49-3913-47aa-a516-44e0ea4248a4" providerId="ADAL" clId="{0D36F859-059A-4DB7-AEC5-974ED1AC50D6}" dt="2025-08-29T16:56:56.151" v="260" actId="478"/>
          <ac:cxnSpMkLst>
            <pc:docMk/>
            <pc:sldMk cId="3385753680" sldId="260"/>
            <ac:cxnSpMk id="307" creationId="{4EFC1BBF-75F3-F3AD-BF42-45C3017DB253}"/>
          </ac:cxnSpMkLst>
        </pc:cxnChg>
        <pc:cxnChg chg="mod">
          <ac:chgData name="Tommaso Ghilardi (Staff)" userId="b9591c49-3913-47aa-a516-44e0ea4248a4" providerId="ADAL" clId="{0D36F859-059A-4DB7-AEC5-974ED1AC50D6}" dt="2025-08-29T16:55:17.293" v="238" actId="1076"/>
          <ac:cxnSpMkLst>
            <pc:docMk/>
            <pc:sldMk cId="3385753680" sldId="260"/>
            <ac:cxnSpMk id="343" creationId="{B8C07C79-7EFF-6FE1-6526-5CC9627CA14E}"/>
          </ac:cxnSpMkLst>
        </pc:cxnChg>
        <pc:cxnChg chg="mod">
          <ac:chgData name="Tommaso Ghilardi (Staff)" userId="b9591c49-3913-47aa-a516-44e0ea4248a4" providerId="ADAL" clId="{0D36F859-059A-4DB7-AEC5-974ED1AC50D6}" dt="2025-08-29T17:00:49.626" v="310" actId="1076"/>
          <ac:cxnSpMkLst>
            <pc:docMk/>
            <pc:sldMk cId="3385753680" sldId="260"/>
            <ac:cxnSpMk id="347" creationId="{861F0CE3-0B2A-7E23-9376-9E2C88802F94}"/>
          </ac:cxnSpMkLst>
        </pc:cxnChg>
        <pc:cxnChg chg="mod">
          <ac:chgData name="Tommaso Ghilardi (Staff)" userId="b9591c49-3913-47aa-a516-44e0ea4248a4" providerId="ADAL" clId="{0D36F859-059A-4DB7-AEC5-974ED1AC50D6}" dt="2025-08-29T17:03:00.198" v="384" actId="1076"/>
          <ac:cxnSpMkLst>
            <pc:docMk/>
            <pc:sldMk cId="3385753680" sldId="260"/>
            <ac:cxnSpMk id="352" creationId="{CB6E61C5-BC83-A3BD-C4DB-BAC64DD46273}"/>
          </ac:cxnSpMkLst>
        </pc:cxnChg>
        <pc:cxnChg chg="del mod">
          <ac:chgData name="Tommaso Ghilardi (Staff)" userId="b9591c49-3913-47aa-a516-44e0ea4248a4" providerId="ADAL" clId="{0D36F859-059A-4DB7-AEC5-974ED1AC50D6}" dt="2025-08-29T17:03:21.076" v="389" actId="478"/>
          <ac:cxnSpMkLst>
            <pc:docMk/>
            <pc:sldMk cId="3385753680" sldId="260"/>
            <ac:cxnSpMk id="370" creationId="{FB3A4D33-5591-4BC0-C6A4-8420EEDF5EE2}"/>
          </ac:cxnSpMkLst>
        </pc:cxnChg>
        <pc:cxnChg chg="del mod">
          <ac:chgData name="Tommaso Ghilardi (Staff)" userId="b9591c49-3913-47aa-a516-44e0ea4248a4" providerId="ADAL" clId="{0D36F859-059A-4DB7-AEC5-974ED1AC50D6}" dt="2025-08-29T16:56:39.988" v="254" actId="478"/>
          <ac:cxnSpMkLst>
            <pc:docMk/>
            <pc:sldMk cId="3385753680" sldId="260"/>
            <ac:cxnSpMk id="380" creationId="{C0EDC56A-07D7-E80D-014E-12CF479B2423}"/>
          </ac:cxnSpMkLst>
        </pc:cxnChg>
        <pc:cxnChg chg="del mod">
          <ac:chgData name="Tommaso Ghilardi (Staff)" userId="b9591c49-3913-47aa-a516-44e0ea4248a4" providerId="ADAL" clId="{0D36F859-059A-4DB7-AEC5-974ED1AC50D6}" dt="2025-08-29T16:56:02.784" v="249" actId="478"/>
          <ac:cxnSpMkLst>
            <pc:docMk/>
            <pc:sldMk cId="3385753680" sldId="260"/>
            <ac:cxnSpMk id="389" creationId="{0CD123E9-D16A-162A-4B74-E03D8E0A6DD4}"/>
          </ac:cxnSpMkLst>
        </pc:cxnChg>
      </pc:sldChg>
    </pc:docChg>
  </pc:docChgLst>
  <pc:docChgLst>
    <pc:chgData name="Tommaso Ghilardi (Staff)" userId="b9591c49-3913-47aa-a516-44e0ea4248a4" providerId="ADAL" clId="{DD8FC568-E9AF-49E1-B5DF-3280526414D3}"/>
    <pc:docChg chg="undo redo custSel addSld delSld modSld modMainMaster">
      <pc:chgData name="Tommaso Ghilardi (Staff)" userId="b9591c49-3913-47aa-a516-44e0ea4248a4" providerId="ADAL" clId="{DD8FC568-E9AF-49E1-B5DF-3280526414D3}" dt="2025-06-20T21:15:30.126" v="602"/>
      <pc:docMkLst>
        <pc:docMk/>
      </pc:docMkLst>
      <pc:sldChg chg="del">
        <pc:chgData name="Tommaso Ghilardi (Staff)" userId="b9591c49-3913-47aa-a516-44e0ea4248a4" providerId="ADAL" clId="{DD8FC568-E9AF-49E1-B5DF-3280526414D3}" dt="2025-06-20T20:42:34.878" v="0" actId="47"/>
        <pc:sldMkLst>
          <pc:docMk/>
          <pc:sldMk cId="109857222" sldId="256"/>
        </pc:sldMkLst>
      </pc:sldChg>
      <pc:sldChg chg="del">
        <pc:chgData name="Tommaso Ghilardi (Staff)" userId="b9591c49-3913-47aa-a516-44e0ea4248a4" providerId="ADAL" clId="{DD8FC568-E9AF-49E1-B5DF-3280526414D3}" dt="2025-06-20T20:42:36.823" v="1" actId="47"/>
        <pc:sldMkLst>
          <pc:docMk/>
          <pc:sldMk cId="3724613656" sldId="258"/>
        </pc:sldMkLst>
      </pc:sldChg>
      <pc:sldChg chg="addSp delSp modSp mod">
        <pc:chgData name="Tommaso Ghilardi (Staff)" userId="b9591c49-3913-47aa-a516-44e0ea4248a4" providerId="ADAL" clId="{DD8FC568-E9AF-49E1-B5DF-3280526414D3}" dt="2025-06-20T21:15:30.126" v="602"/>
        <pc:sldMkLst>
          <pc:docMk/>
          <pc:sldMk cId="1204861259" sldId="259"/>
        </pc:sldMkLst>
      </pc:sldChg>
      <pc:sldChg chg="add del">
        <pc:chgData name="Tommaso Ghilardi (Staff)" userId="b9591c49-3913-47aa-a516-44e0ea4248a4" providerId="ADAL" clId="{DD8FC568-E9AF-49E1-B5DF-3280526414D3}" dt="2025-06-20T21:05:42.567" v="502" actId="47"/>
        <pc:sldMkLst>
          <pc:docMk/>
          <pc:sldMk cId="2828694373" sldId="260"/>
        </pc:sldMkLst>
      </pc:sldChg>
      <pc:sldMasterChg chg="modSp modSldLayout">
        <pc:chgData name="Tommaso Ghilardi (Staff)" userId="b9591c49-3913-47aa-a516-44e0ea4248a4" providerId="ADAL" clId="{DD8FC568-E9AF-49E1-B5DF-3280526414D3}" dt="2025-06-20T21:15:30.126" v="602"/>
        <pc:sldMasterMkLst>
          <pc:docMk/>
          <pc:sldMasterMk cId="1786956075" sldId="2147483732"/>
        </pc:sldMasterMkLst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3397466787" sldId="2147483733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1388463586" sldId="2147483735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4058901221" sldId="2147483736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2797219153" sldId="2147483737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2744220517" sldId="2147483740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3653992267" sldId="2147483741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67552525" sldId="2147483743"/>
          </pc:sldLayoutMkLst>
        </pc:sldLayoutChg>
      </pc:sldMasterChg>
      <pc:sldMasterChg chg="modSp modSldLayout">
        <pc:chgData name="Tommaso Ghilardi (Staff)" userId="b9591c49-3913-47aa-a516-44e0ea4248a4" providerId="ADAL" clId="{DD8FC568-E9AF-49E1-B5DF-3280526414D3}" dt="2025-06-20T21:15:07.568" v="598"/>
        <pc:sldMasterMkLst>
          <pc:docMk/>
          <pc:sldMasterMk cId="609285299" sldId="2147483744"/>
        </pc:sldMasterMkLst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1984065943" sldId="2147483745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653698925" sldId="2147483747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650711753" sldId="2147483748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381954735" sldId="2147483749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1519690384" sldId="2147483752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736686146" sldId="2147483753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1637115387" sldId="2147483755"/>
          </pc:sldLayoutMkLst>
        </pc:sldLayoutChg>
      </pc:sldMasterChg>
    </pc:docChg>
  </pc:docChgLst>
  <pc:docChgLst>
    <pc:chgData name="Tommaso Ghilardi (Staff)" userId="b9591c49-3913-47aa-a516-44e0ea4248a4" providerId="ADAL" clId="{DFF45E3B-A62A-4CBF-971A-719412A1D47F}"/>
    <pc:docChg chg="undo custSel delSld modSld modMainMaster">
      <pc:chgData name="Tommaso Ghilardi (Staff)" userId="b9591c49-3913-47aa-a516-44e0ea4248a4" providerId="ADAL" clId="{DFF45E3B-A62A-4CBF-971A-719412A1D47F}" dt="2025-08-30T21:36:14.512" v="246"/>
      <pc:docMkLst>
        <pc:docMk/>
      </pc:docMkLst>
      <pc:sldChg chg="del">
        <pc:chgData name="Tommaso Ghilardi (Staff)" userId="b9591c49-3913-47aa-a516-44e0ea4248a4" providerId="ADAL" clId="{DFF45E3B-A62A-4CBF-971A-719412A1D47F}" dt="2025-08-29T17:06:36.635" v="0" actId="47"/>
        <pc:sldMkLst>
          <pc:docMk/>
          <pc:sldMk cId="1204861259" sldId="259"/>
        </pc:sldMkLst>
      </pc:sldChg>
      <pc:sldChg chg="addSp delSp modSp mod">
        <pc:chgData name="Tommaso Ghilardi (Staff)" userId="b9591c49-3913-47aa-a516-44e0ea4248a4" providerId="ADAL" clId="{DFF45E3B-A62A-4CBF-971A-719412A1D47F}" dt="2025-08-30T21:36:14.512" v="246"/>
        <pc:sldMkLst>
          <pc:docMk/>
          <pc:sldMk cId="3385753680" sldId="260"/>
        </pc:sldMkLst>
        <pc:spChg chg="del">
          <ac:chgData name="Tommaso Ghilardi (Staff)" userId="b9591c49-3913-47aa-a516-44e0ea4248a4" providerId="ADAL" clId="{DFF45E3B-A62A-4CBF-971A-719412A1D47F}" dt="2025-08-29T17:06:46.204" v="2" actId="478"/>
          <ac:spMkLst>
            <pc:docMk/>
            <pc:sldMk cId="3385753680" sldId="260"/>
            <ac:spMk id="2" creationId="{3748DC45-1C88-F4F3-6E74-437B32A04A5F}"/>
          </ac:spMkLst>
        </pc:spChg>
        <pc:spChg chg="add mod">
          <ac:chgData name="Tommaso Ghilardi (Staff)" userId="b9591c49-3913-47aa-a516-44e0ea4248a4" providerId="ADAL" clId="{DFF45E3B-A62A-4CBF-971A-719412A1D47F}" dt="2025-08-30T21:35:32.421" v="244" actId="552"/>
          <ac:spMkLst>
            <pc:docMk/>
            <pc:sldMk cId="3385753680" sldId="260"/>
            <ac:spMk id="4" creationId="{1C59D9BA-21AA-E8EB-F940-86046CC7181D}"/>
          </ac:spMkLst>
        </pc:spChg>
        <pc:spChg chg="add del mod">
          <ac:chgData name="Tommaso Ghilardi (Staff)" userId="b9591c49-3913-47aa-a516-44e0ea4248a4" providerId="ADAL" clId="{DFF45E3B-A62A-4CBF-971A-719412A1D47F}" dt="2025-08-29T17:06:49.518" v="3" actId="478"/>
          <ac:spMkLst>
            <pc:docMk/>
            <pc:sldMk cId="3385753680" sldId="260"/>
            <ac:spMk id="4" creationId="{4EDBBF45-AFCF-199F-DAC5-0609DAAA82B7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k cId="3385753680" sldId="260"/>
            <ac:spMk id="15" creationId="{DFA300B6-B8C7-EDBD-7039-BF06054D7791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k cId="3385753680" sldId="260"/>
            <ac:spMk id="26" creationId="{DE52ED16-3007-AB19-BDC5-44710B8FB1FA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k cId="3385753680" sldId="260"/>
            <ac:spMk id="28" creationId="{E3D30ABE-5AEC-2E6E-1C47-F83E43E09A0A}"/>
          </ac:spMkLst>
        </pc:spChg>
        <pc:spChg chg="mod">
          <ac:chgData name="Tommaso Ghilardi (Staff)" userId="b9591c49-3913-47aa-a516-44e0ea4248a4" providerId="ADAL" clId="{DFF45E3B-A62A-4CBF-971A-719412A1D47F}" dt="2025-08-29T17:09:18.280" v="140" actId="1036"/>
          <ac:spMkLst>
            <pc:docMk/>
            <pc:sldMk cId="3385753680" sldId="260"/>
            <ac:spMk id="59" creationId="{F07EBDBA-B9A2-C1C0-86D1-AF3EBFCB1786}"/>
          </ac:spMkLst>
        </pc:spChg>
        <pc:spChg chg="mod">
          <ac:chgData name="Tommaso Ghilardi (Staff)" userId="b9591c49-3913-47aa-a516-44e0ea4248a4" providerId="ADAL" clId="{DFF45E3B-A62A-4CBF-971A-719412A1D47F}" dt="2025-08-29T17:09:18.280" v="140" actId="1036"/>
          <ac:spMkLst>
            <pc:docMk/>
            <pc:sldMk cId="3385753680" sldId="260"/>
            <ac:spMk id="103" creationId="{B1A42515-5043-D454-C58F-AD7C1FC354C3}"/>
          </ac:spMkLst>
        </pc:spChg>
        <pc:spChg chg="mod">
          <ac:chgData name="Tommaso Ghilardi (Staff)" userId="b9591c49-3913-47aa-a516-44e0ea4248a4" providerId="ADAL" clId="{DFF45E3B-A62A-4CBF-971A-719412A1D47F}" dt="2025-08-29T17:09:18.280" v="140" actId="1036"/>
          <ac:spMkLst>
            <pc:docMk/>
            <pc:sldMk cId="3385753680" sldId="260"/>
            <ac:spMk id="160" creationId="{A61DCCA1-F9C2-5B0C-BE08-514DB17B7324}"/>
          </ac:spMkLst>
        </pc:spChg>
        <pc:spChg chg="mod">
          <ac:chgData name="Tommaso Ghilardi (Staff)" userId="b9591c49-3913-47aa-a516-44e0ea4248a4" providerId="ADAL" clId="{DFF45E3B-A62A-4CBF-971A-719412A1D47F}" dt="2025-08-30T17:20:29.927" v="188"/>
          <ac:spMkLst>
            <pc:docMk/>
            <pc:sldMk cId="3385753680" sldId="260"/>
            <ac:spMk id="165" creationId="{E18E0C6C-DF41-F5BB-E99B-07D7F78A9468}"/>
          </ac:spMkLst>
        </pc:spChg>
        <pc:spChg chg="mod">
          <ac:chgData name="Tommaso Ghilardi (Staff)" userId="b9591c49-3913-47aa-a516-44e0ea4248a4" providerId="ADAL" clId="{DFF45E3B-A62A-4CBF-971A-719412A1D47F}" dt="2025-08-30T17:21:04.331" v="189"/>
          <ac:spMkLst>
            <pc:docMk/>
            <pc:sldMk cId="3385753680" sldId="260"/>
            <ac:spMk id="167" creationId="{2C358D5C-84DC-E6F3-6072-A454B4A6F02C}"/>
          </ac:spMkLst>
        </pc:spChg>
        <pc:spChg chg="mod">
          <ac:chgData name="Tommaso Ghilardi (Staff)" userId="b9591c49-3913-47aa-a516-44e0ea4248a4" providerId="ADAL" clId="{DFF45E3B-A62A-4CBF-971A-719412A1D47F}" dt="2025-08-30T17:21:38.490" v="190"/>
          <ac:spMkLst>
            <pc:docMk/>
            <pc:sldMk cId="3385753680" sldId="260"/>
            <ac:spMk id="194" creationId="{1C5F7E85-B3CC-DDA0-268F-F46D484256DC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k cId="3385753680" sldId="260"/>
            <ac:spMk id="196" creationId="{131AD033-4BF6-2CB9-2B20-6BCC9C88031E}"/>
          </ac:spMkLst>
        </pc:spChg>
        <pc:spChg chg="mod">
          <ac:chgData name="Tommaso Ghilardi (Staff)" userId="b9591c49-3913-47aa-a516-44e0ea4248a4" providerId="ADAL" clId="{DFF45E3B-A62A-4CBF-971A-719412A1D47F}" dt="2025-08-29T17:09:18.280" v="140" actId="1036"/>
          <ac:spMkLst>
            <pc:docMk/>
            <pc:sldMk cId="3385753680" sldId="260"/>
            <ac:spMk id="239" creationId="{C7B4A8E9-48E6-E56C-94AA-335BCD028649}"/>
          </ac:spMkLst>
        </pc:spChg>
        <pc:spChg chg="mod">
          <ac:chgData name="Tommaso Ghilardi (Staff)" userId="b9591c49-3913-47aa-a516-44e0ea4248a4" providerId="ADAL" clId="{DFF45E3B-A62A-4CBF-971A-719412A1D47F}" dt="2025-08-29T17:09:18.280" v="140" actId="1036"/>
          <ac:spMkLst>
            <pc:docMk/>
            <pc:sldMk cId="3385753680" sldId="260"/>
            <ac:spMk id="330" creationId="{06E73439-4535-5659-0077-DCB1656E74B8}"/>
          </ac:spMkLst>
        </pc:spChg>
        <pc:spChg chg="mod">
          <ac:chgData name="Tommaso Ghilardi (Staff)" userId="b9591c49-3913-47aa-a516-44e0ea4248a4" providerId="ADAL" clId="{DFF45E3B-A62A-4CBF-971A-719412A1D47F}" dt="2025-08-30T21:22:19.347" v="194"/>
          <ac:spMkLst>
            <pc:docMk/>
            <pc:sldMk cId="3385753680" sldId="260"/>
            <ac:spMk id="346" creationId="{6809C222-3E55-5E9F-E93B-09A77EF2B877}"/>
          </ac:spMkLst>
        </pc:spChg>
        <pc:spChg chg="mod">
          <ac:chgData name="Tommaso Ghilardi (Staff)" userId="b9591c49-3913-47aa-a516-44e0ea4248a4" providerId="ADAL" clId="{DFF45E3B-A62A-4CBF-971A-719412A1D47F}" dt="2025-08-30T21:35:08.422" v="224" actId="1036"/>
          <ac:spMkLst>
            <pc:docMk/>
            <pc:sldMk cId="3385753680" sldId="260"/>
            <ac:spMk id="351" creationId="{6EA7600C-6C54-3105-A18C-9017A16B3D21}"/>
          </ac:spMkLst>
        </pc:spChg>
        <pc:spChg chg="mod">
          <ac:chgData name="Tommaso Ghilardi (Staff)" userId="b9591c49-3913-47aa-a516-44e0ea4248a4" providerId="ADAL" clId="{DFF45E3B-A62A-4CBF-971A-719412A1D47F}" dt="2025-08-30T21:36:14.512" v="246"/>
          <ac:spMkLst>
            <pc:docMk/>
            <pc:sldMk cId="3385753680" sldId="260"/>
            <ac:spMk id="363" creationId="{9319AFEF-4A5B-08F3-5D86-49BC1B2B3E0B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k cId="3385753680" sldId="260"/>
            <ac:spMk id="417" creationId="{C673FA4E-BE89-1311-DCFA-DAD53A6CE2E9}"/>
          </ac:spMkLst>
        </pc:spChg>
        <pc:picChg chg="add mod">
          <ac:chgData name="Tommaso Ghilardi (Staff)" userId="b9591c49-3913-47aa-a516-44e0ea4248a4" providerId="ADAL" clId="{DFF45E3B-A62A-4CBF-971A-719412A1D47F}" dt="2025-08-29T17:11:22.275" v="146" actId="14100"/>
          <ac:picMkLst>
            <pc:docMk/>
            <pc:sldMk cId="3385753680" sldId="260"/>
            <ac:picMk id="2" creationId="{510D4F49-67E6-7A81-73C6-E90C97528BA6}"/>
          </ac:picMkLst>
        </pc:picChg>
        <pc:picChg chg="add mod">
          <ac:chgData name="Tommaso Ghilardi (Staff)" userId="b9591c49-3913-47aa-a516-44e0ea4248a4" providerId="ADAL" clId="{DFF45E3B-A62A-4CBF-971A-719412A1D47F}" dt="2025-08-29T17:11:22.275" v="146" actId="14100"/>
          <ac:picMkLst>
            <pc:docMk/>
            <pc:sldMk cId="3385753680" sldId="260"/>
            <ac:picMk id="3" creationId="{CE80F48C-C12C-CEC1-37A4-94012B201F13}"/>
          </ac:picMkLst>
        </pc:picChg>
        <pc:picChg chg="add del mod">
          <ac:chgData name="Tommaso Ghilardi (Staff)" userId="b9591c49-3913-47aa-a516-44e0ea4248a4" providerId="ADAL" clId="{DFF45E3B-A62A-4CBF-971A-719412A1D47F}" dt="2025-08-29T17:11:42.737" v="149" actId="478"/>
          <ac:picMkLst>
            <pc:docMk/>
            <pc:sldMk cId="3385753680" sldId="260"/>
            <ac:picMk id="4" creationId="{9A08A4BA-CBF9-16EB-2CA4-7B920A2091FA}"/>
          </ac:picMkLst>
        </pc:picChg>
        <pc:picChg chg="add mod">
          <ac:chgData name="Tommaso Ghilardi (Staff)" userId="b9591c49-3913-47aa-a516-44e0ea4248a4" providerId="ADAL" clId="{DFF45E3B-A62A-4CBF-971A-719412A1D47F}" dt="2025-08-29T17:12:07.619" v="155" actId="1076"/>
          <ac:picMkLst>
            <pc:docMk/>
            <pc:sldMk cId="3385753680" sldId="260"/>
            <ac:picMk id="5" creationId="{3F3E82E3-8599-AAE1-77BA-620255105750}"/>
          </ac:picMkLst>
        </pc:picChg>
        <pc:picChg chg="add mod">
          <ac:chgData name="Tommaso Ghilardi (Staff)" userId="b9591c49-3913-47aa-a516-44e0ea4248a4" providerId="ADAL" clId="{DFF45E3B-A62A-4CBF-971A-719412A1D47F}" dt="2025-08-30T21:35:41.456" v="245" actId="1076"/>
          <ac:picMkLst>
            <pc:docMk/>
            <pc:sldMk cId="3385753680" sldId="260"/>
            <ac:picMk id="7" creationId="{4DAD83B5-9646-25AF-6960-3BEE4CA9E6F7}"/>
          </ac:picMkLst>
        </pc:picChg>
        <pc:picChg chg="add del mod">
          <ac:chgData name="Tommaso Ghilardi (Staff)" userId="b9591c49-3913-47aa-a516-44e0ea4248a4" providerId="ADAL" clId="{DFF45E3B-A62A-4CBF-971A-719412A1D47F}" dt="2025-08-30T11:47:51.751" v="171" actId="478"/>
          <ac:picMkLst>
            <pc:docMk/>
            <pc:sldMk cId="3385753680" sldId="260"/>
            <ac:picMk id="8" creationId="{100CA0FC-3133-ACDE-C201-31EC84B56DAE}"/>
          </ac:picMkLst>
        </pc:picChg>
        <pc:picChg chg="add mod">
          <ac:chgData name="Tommaso Ghilardi (Staff)" userId="b9591c49-3913-47aa-a516-44e0ea4248a4" providerId="ADAL" clId="{DFF45E3B-A62A-4CBF-971A-719412A1D47F}" dt="2025-08-30T11:48:04.292" v="177" actId="14100"/>
          <ac:picMkLst>
            <pc:docMk/>
            <pc:sldMk cId="3385753680" sldId="260"/>
            <ac:picMk id="9" creationId="{96B7E7CF-8B07-A18A-4BA8-EFE88E7368B5}"/>
          </ac:picMkLst>
        </pc:picChg>
        <pc:picChg chg="add mod">
          <ac:chgData name="Tommaso Ghilardi (Staff)" userId="b9591c49-3913-47aa-a516-44e0ea4248a4" providerId="ADAL" clId="{DFF45E3B-A62A-4CBF-971A-719412A1D47F}" dt="2025-08-30T11:48:23.263" v="178"/>
          <ac:picMkLst>
            <pc:docMk/>
            <pc:sldMk cId="3385753680" sldId="260"/>
            <ac:picMk id="17" creationId="{376F0966-6CBE-4396-A4E4-12D8B4A3D04D}"/>
          </ac:picMkLst>
        </pc:picChg>
        <pc:picChg chg="del">
          <ac:chgData name="Tommaso Ghilardi (Staff)" userId="b9591c49-3913-47aa-a516-44e0ea4248a4" providerId="ADAL" clId="{DFF45E3B-A62A-4CBF-971A-719412A1D47F}" dt="2025-08-29T17:06:43.459" v="1" actId="478"/>
          <ac:picMkLst>
            <pc:docMk/>
            <pc:sldMk cId="3385753680" sldId="260"/>
            <ac:picMk id="19" creationId="{45B16BE1-8A16-4D4A-9731-47F08D9DB3F1}"/>
          </ac:picMkLst>
        </pc:picChg>
        <pc:picChg chg="add mod">
          <ac:chgData name="Tommaso Ghilardi (Staff)" userId="b9591c49-3913-47aa-a516-44e0ea4248a4" providerId="ADAL" clId="{DFF45E3B-A62A-4CBF-971A-719412A1D47F}" dt="2025-08-30T11:48:33.302" v="179"/>
          <ac:picMkLst>
            <pc:docMk/>
            <pc:sldMk cId="3385753680" sldId="260"/>
            <ac:picMk id="19" creationId="{DA8A1A7E-2E96-FA94-15E4-CE1E618A9EE5}"/>
          </ac:picMkLst>
        </pc:picChg>
        <pc:picChg chg="add mod">
          <ac:chgData name="Tommaso Ghilardi (Staff)" userId="b9591c49-3913-47aa-a516-44e0ea4248a4" providerId="ADAL" clId="{DFF45E3B-A62A-4CBF-971A-719412A1D47F}" dt="2025-08-30T11:49:22.930" v="187" actId="14100"/>
          <ac:picMkLst>
            <pc:docMk/>
            <pc:sldMk cId="3385753680" sldId="260"/>
            <ac:picMk id="21" creationId="{D1E95A78-6C5B-D428-4180-08ADCAFE130F}"/>
          </ac:picMkLst>
        </pc:picChg>
        <pc:cxnChg chg="add mod">
          <ac:chgData name="Tommaso Ghilardi (Staff)" userId="b9591c49-3913-47aa-a516-44e0ea4248a4" providerId="ADAL" clId="{DFF45E3B-A62A-4CBF-971A-719412A1D47F}" dt="2025-08-30T21:35:32.421" v="244" actId="552"/>
          <ac:cxnSpMkLst>
            <pc:docMk/>
            <pc:sldMk cId="3385753680" sldId="260"/>
            <ac:cxnSpMk id="17" creationId="{7E6F76A3-3F0C-A1D1-2840-9F9943EB9F59}"/>
          </ac:cxnSpMkLst>
        </pc:cxnChg>
        <pc:cxnChg chg="add mod">
          <ac:chgData name="Tommaso Ghilardi (Staff)" userId="b9591c49-3913-47aa-a516-44e0ea4248a4" providerId="ADAL" clId="{DFF45E3B-A62A-4CBF-971A-719412A1D47F}" dt="2025-08-30T21:35:32.421" v="244" actId="552"/>
          <ac:cxnSpMkLst>
            <pc:docMk/>
            <pc:sldMk cId="3385753680" sldId="260"/>
            <ac:cxnSpMk id="20" creationId="{65240A74-6601-A7CA-DF3D-DCB7B9387521}"/>
          </ac:cxnSpMkLst>
        </pc:cxnChg>
        <pc:cxnChg chg="add mod">
          <ac:chgData name="Tommaso Ghilardi (Staff)" userId="b9591c49-3913-47aa-a516-44e0ea4248a4" providerId="ADAL" clId="{DFF45E3B-A62A-4CBF-971A-719412A1D47F}" dt="2025-08-30T21:35:32.421" v="244" actId="552"/>
          <ac:cxnSpMkLst>
            <pc:docMk/>
            <pc:sldMk cId="3385753680" sldId="260"/>
            <ac:cxnSpMk id="30" creationId="{BF3FB601-D252-03CF-D2BC-35CB905FA5B7}"/>
          </ac:cxnSpMkLst>
        </pc:cxnChg>
        <pc:cxnChg chg="add mod">
          <ac:chgData name="Tommaso Ghilardi (Staff)" userId="b9591c49-3913-47aa-a516-44e0ea4248a4" providerId="ADAL" clId="{DFF45E3B-A62A-4CBF-971A-719412A1D47F}" dt="2025-08-30T21:35:32.421" v="244" actId="552"/>
          <ac:cxnSpMkLst>
            <pc:docMk/>
            <pc:sldMk cId="3385753680" sldId="260"/>
            <ac:cxnSpMk id="34" creationId="{BBAFEA95-8F0C-F2FA-793F-AC7472E78511}"/>
          </ac:cxnSpMkLst>
        </pc:cxnChg>
        <pc:cxnChg chg="mod">
          <ac:chgData name="Tommaso Ghilardi (Staff)" userId="b9591c49-3913-47aa-a516-44e0ea4248a4" providerId="ADAL" clId="{DFF45E3B-A62A-4CBF-971A-719412A1D47F}" dt="2025-08-30T21:35:08.422" v="224" actId="1036"/>
          <ac:cxnSpMkLst>
            <pc:docMk/>
            <pc:sldMk cId="3385753680" sldId="260"/>
            <ac:cxnSpMk id="42" creationId="{C00EAA6A-967F-B7BB-A566-B570DBCA4121}"/>
          </ac:cxnSpMkLst>
        </pc:cxnChg>
        <pc:cxnChg chg="del mod">
          <ac:chgData name="Tommaso Ghilardi (Staff)" userId="b9591c49-3913-47aa-a516-44e0ea4248a4" providerId="ADAL" clId="{DFF45E3B-A62A-4CBF-971A-719412A1D47F}" dt="2025-08-30T21:33:33.655" v="200" actId="478"/>
          <ac:cxnSpMkLst>
            <pc:docMk/>
            <pc:sldMk cId="3385753680" sldId="260"/>
            <ac:cxnSpMk id="44" creationId="{2836FF54-7FB5-3244-0498-FA1DACEB38DF}"/>
          </ac:cxnSpMkLst>
        </pc:cxnChg>
        <pc:cxnChg chg="mod">
          <ac:chgData name="Tommaso Ghilardi (Staff)" userId="b9591c49-3913-47aa-a516-44e0ea4248a4" providerId="ADAL" clId="{DFF45E3B-A62A-4CBF-971A-719412A1D47F}" dt="2025-08-30T21:35:08.422" v="224" actId="1036"/>
          <ac:cxnSpMkLst>
            <pc:docMk/>
            <pc:sldMk cId="3385753680" sldId="260"/>
            <ac:cxnSpMk id="47" creationId="{4A3CC929-CA90-82AB-8D75-D1AB63940ECD}"/>
          </ac:cxnSpMkLst>
        </pc:cxnChg>
        <pc:cxnChg chg="mod">
          <ac:chgData name="Tommaso Ghilardi (Staff)" userId="b9591c49-3913-47aa-a516-44e0ea4248a4" providerId="ADAL" clId="{DFF45E3B-A62A-4CBF-971A-719412A1D47F}" dt="2025-08-30T21:35:08.422" v="224" actId="1036"/>
          <ac:cxnSpMkLst>
            <pc:docMk/>
            <pc:sldMk cId="3385753680" sldId="260"/>
            <ac:cxnSpMk id="111" creationId="{8B1D3DBF-AFA1-3F17-A964-7072F2A83972}"/>
          </ac:cxnSpMkLst>
        </pc:cxnChg>
        <pc:cxnChg chg="del mod">
          <ac:chgData name="Tommaso Ghilardi (Staff)" userId="b9591c49-3913-47aa-a516-44e0ea4248a4" providerId="ADAL" clId="{DFF45E3B-A62A-4CBF-971A-719412A1D47F}" dt="2025-08-30T21:33:07.856" v="198" actId="478"/>
          <ac:cxnSpMkLst>
            <pc:docMk/>
            <pc:sldMk cId="3385753680" sldId="260"/>
            <ac:cxnSpMk id="352" creationId="{CB6E61C5-BC83-A3BD-C4DB-BAC64DD46273}"/>
          </ac:cxnSpMkLst>
        </pc:cxnChg>
      </pc:sldChg>
      <pc:sldMasterChg chg="modSp modSldLayout">
        <pc:chgData name="Tommaso Ghilardi (Staff)" userId="b9591c49-3913-47aa-a516-44e0ea4248a4" providerId="ADAL" clId="{DFF45E3B-A62A-4CBF-971A-719412A1D47F}" dt="2025-08-29T17:09:02.087" v="99"/>
        <pc:sldMasterMkLst>
          <pc:docMk/>
          <pc:sldMasterMk cId="1786956075" sldId="2147483732"/>
        </pc:sldMasterMkLst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asterMk cId="1786956075" sldId="2147483732"/>
            <ac:spMk id="2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asterMk cId="1786956075" sldId="2147483732"/>
            <ac:spMk id="3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asterMk cId="1786956075" sldId="2147483732"/>
            <ac:spMk id="4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asterMk cId="1786956075" sldId="2147483732"/>
            <ac:spMk id="5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9:02.087" v="99"/>
          <ac:spMkLst>
            <pc:docMk/>
            <pc:sldMasterMk cId="1786956075" sldId="2147483732"/>
            <ac:spMk id="6" creationId="{00000000-0000-0000-0000-000000000000}"/>
          </ac:spMkLst>
        </pc:spChg>
        <pc:sldLayoutChg chg="modSp">
          <pc:chgData name="Tommaso Ghilardi (Staff)" userId="b9591c49-3913-47aa-a516-44e0ea4248a4" providerId="ADAL" clId="{DFF45E3B-A62A-4CBF-971A-719412A1D47F}" dt="2025-08-29T17:09:02.087" v="99"/>
          <pc:sldLayoutMkLst>
            <pc:docMk/>
            <pc:sldMasterMk cId="1786956075" sldId="2147483732"/>
            <pc:sldLayoutMk cId="3397466787" sldId="2147483733"/>
          </pc:sldLayoutMkLst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3397466787" sldId="2147483733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3397466787" sldId="2147483733"/>
              <ac:spMk id="3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9:02.087" v="99"/>
          <pc:sldLayoutMkLst>
            <pc:docMk/>
            <pc:sldMasterMk cId="1786956075" sldId="2147483732"/>
            <pc:sldLayoutMk cId="1388463586" sldId="2147483735"/>
          </pc:sldLayoutMkLst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1388463586" sldId="2147483735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1388463586" sldId="2147483735"/>
              <ac:spMk id="3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9:02.087" v="99"/>
          <pc:sldLayoutMkLst>
            <pc:docMk/>
            <pc:sldMasterMk cId="1786956075" sldId="2147483732"/>
            <pc:sldLayoutMk cId="4058901221" sldId="2147483736"/>
          </pc:sldLayoutMkLst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4058901221" sldId="2147483736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4058901221" sldId="2147483736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9:02.087" v="99"/>
          <pc:sldLayoutMkLst>
            <pc:docMk/>
            <pc:sldMasterMk cId="1786956075" sldId="2147483732"/>
            <pc:sldLayoutMk cId="2797219153" sldId="2147483737"/>
          </pc:sldLayoutMkLst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2797219153" sldId="2147483737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2797219153" sldId="2147483737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2797219153" sldId="2147483737"/>
              <ac:spMk id="4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2797219153" sldId="2147483737"/>
              <ac:spMk id="5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2797219153" sldId="2147483737"/>
              <ac:spMk id="6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9:02.087" v="99"/>
          <pc:sldLayoutMkLst>
            <pc:docMk/>
            <pc:sldMasterMk cId="1786956075" sldId="2147483732"/>
            <pc:sldLayoutMk cId="2744220517" sldId="2147483740"/>
          </pc:sldLayoutMkLst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2744220517" sldId="2147483740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2744220517" sldId="2147483740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2744220517" sldId="2147483740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9:02.087" v="99"/>
          <pc:sldLayoutMkLst>
            <pc:docMk/>
            <pc:sldMasterMk cId="1786956075" sldId="2147483732"/>
            <pc:sldLayoutMk cId="3653992267" sldId="2147483741"/>
          </pc:sldLayoutMkLst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3653992267" sldId="2147483741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3653992267" sldId="2147483741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3653992267" sldId="2147483741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9:02.087" v="99"/>
          <pc:sldLayoutMkLst>
            <pc:docMk/>
            <pc:sldMasterMk cId="1786956075" sldId="2147483732"/>
            <pc:sldLayoutMk cId="67552525" sldId="2147483743"/>
          </pc:sldLayoutMkLst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67552525" sldId="2147483743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9:02.087" v="99"/>
            <ac:spMkLst>
              <pc:docMk/>
              <pc:sldMasterMk cId="1786956075" sldId="2147483732"/>
              <pc:sldLayoutMk cId="67552525" sldId="2147483743"/>
              <ac:spMk id="3" creationId="{00000000-0000-0000-0000-000000000000}"/>
            </ac:spMkLst>
          </pc:spChg>
        </pc:sldLayoutChg>
      </pc:sldMasterChg>
      <pc:sldMasterChg chg="modSp modSldLayout">
        <pc:chgData name="Tommaso Ghilardi (Staff)" userId="b9591c49-3913-47aa-a516-44e0ea4248a4" providerId="ADAL" clId="{DFF45E3B-A62A-4CBF-971A-719412A1D47F}" dt="2025-08-29T17:08:43.094" v="76"/>
        <pc:sldMasterMkLst>
          <pc:docMk/>
          <pc:sldMasterMk cId="1927761254" sldId="2147483744"/>
        </pc:sldMasterMkLst>
        <pc:spChg chg="mod">
          <ac:chgData name="Tommaso Ghilardi (Staff)" userId="b9591c49-3913-47aa-a516-44e0ea4248a4" providerId="ADAL" clId="{DFF45E3B-A62A-4CBF-971A-719412A1D47F}" dt="2025-08-29T17:08:43.094" v="76"/>
          <ac:spMkLst>
            <pc:docMk/>
            <pc:sldMasterMk cId="1927761254" sldId="2147483744"/>
            <ac:spMk id="2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8:43.094" v="76"/>
          <ac:spMkLst>
            <pc:docMk/>
            <pc:sldMasterMk cId="1927761254" sldId="2147483744"/>
            <ac:spMk id="3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8:43.094" v="76"/>
          <ac:spMkLst>
            <pc:docMk/>
            <pc:sldMasterMk cId="1927761254" sldId="2147483744"/>
            <ac:spMk id="4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8:43.094" v="76"/>
          <ac:spMkLst>
            <pc:docMk/>
            <pc:sldMasterMk cId="1927761254" sldId="2147483744"/>
            <ac:spMk id="5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8:43.094" v="76"/>
          <ac:spMkLst>
            <pc:docMk/>
            <pc:sldMasterMk cId="1927761254" sldId="2147483744"/>
            <ac:spMk id="6" creationId="{00000000-0000-0000-0000-000000000000}"/>
          </ac:spMkLst>
        </pc:spChg>
        <pc:sldLayoutChg chg="modSp">
          <pc:chgData name="Tommaso Ghilardi (Staff)" userId="b9591c49-3913-47aa-a516-44e0ea4248a4" providerId="ADAL" clId="{DFF45E3B-A62A-4CBF-971A-719412A1D47F}" dt="2025-08-29T17:08:43.094" v="76"/>
          <pc:sldLayoutMkLst>
            <pc:docMk/>
            <pc:sldMasterMk cId="1927761254" sldId="2147483744"/>
            <pc:sldLayoutMk cId="1340027420" sldId="2147483745"/>
          </pc:sldLayoutMkLst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1340027420" sldId="2147483745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1340027420" sldId="2147483745"/>
              <ac:spMk id="3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3.094" v="76"/>
          <pc:sldLayoutMkLst>
            <pc:docMk/>
            <pc:sldMasterMk cId="1927761254" sldId="2147483744"/>
            <pc:sldLayoutMk cId="3137028587" sldId="2147483747"/>
          </pc:sldLayoutMkLst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3137028587" sldId="2147483747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3137028587" sldId="2147483747"/>
              <ac:spMk id="3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3.094" v="76"/>
          <pc:sldLayoutMkLst>
            <pc:docMk/>
            <pc:sldMasterMk cId="1927761254" sldId="2147483744"/>
            <pc:sldLayoutMk cId="3802217111" sldId="2147483748"/>
          </pc:sldLayoutMkLst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3802217111" sldId="2147483748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3802217111" sldId="2147483748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3.094" v="76"/>
          <pc:sldLayoutMkLst>
            <pc:docMk/>
            <pc:sldMasterMk cId="1927761254" sldId="2147483744"/>
            <pc:sldLayoutMk cId="842441905" sldId="2147483749"/>
          </pc:sldLayoutMkLst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842441905" sldId="2147483749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842441905" sldId="2147483749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842441905" sldId="2147483749"/>
              <ac:spMk id="4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842441905" sldId="2147483749"/>
              <ac:spMk id="5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842441905" sldId="2147483749"/>
              <ac:spMk id="6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3.094" v="76"/>
          <pc:sldLayoutMkLst>
            <pc:docMk/>
            <pc:sldMasterMk cId="1927761254" sldId="2147483744"/>
            <pc:sldLayoutMk cId="2814680185" sldId="2147483752"/>
          </pc:sldLayoutMkLst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2814680185" sldId="2147483752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2814680185" sldId="2147483752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2814680185" sldId="2147483752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3.094" v="76"/>
          <pc:sldLayoutMkLst>
            <pc:docMk/>
            <pc:sldMasterMk cId="1927761254" sldId="2147483744"/>
            <pc:sldLayoutMk cId="3760103281" sldId="2147483753"/>
          </pc:sldLayoutMkLst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3760103281" sldId="2147483753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3760103281" sldId="2147483753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3760103281" sldId="2147483753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3.094" v="76"/>
          <pc:sldLayoutMkLst>
            <pc:docMk/>
            <pc:sldMasterMk cId="1927761254" sldId="2147483744"/>
            <pc:sldLayoutMk cId="635936015" sldId="2147483755"/>
          </pc:sldLayoutMkLst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635936015" sldId="2147483755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3.094" v="76"/>
            <ac:spMkLst>
              <pc:docMk/>
              <pc:sldMasterMk cId="1927761254" sldId="2147483744"/>
              <pc:sldLayoutMk cId="635936015" sldId="2147483755"/>
              <ac:spMk id="3" creationId="{00000000-0000-0000-0000-000000000000}"/>
            </ac:spMkLst>
          </pc:spChg>
        </pc:sldLayoutChg>
      </pc:sldMasterChg>
      <pc:sldMasterChg chg="modSp modSldLayout">
        <pc:chgData name="Tommaso Ghilardi (Staff)" userId="b9591c49-3913-47aa-a516-44e0ea4248a4" providerId="ADAL" clId="{DFF45E3B-A62A-4CBF-971A-719412A1D47F}" dt="2025-08-29T17:08:40.261" v="75"/>
        <pc:sldMasterMkLst>
          <pc:docMk/>
          <pc:sldMasterMk cId="1509930785" sldId="2147483756"/>
        </pc:sldMasterMkLst>
        <pc:spChg chg="mod">
          <ac:chgData name="Tommaso Ghilardi (Staff)" userId="b9591c49-3913-47aa-a516-44e0ea4248a4" providerId="ADAL" clId="{DFF45E3B-A62A-4CBF-971A-719412A1D47F}" dt="2025-08-29T17:08:40.261" v="75"/>
          <ac:spMkLst>
            <pc:docMk/>
            <pc:sldMasterMk cId="1509930785" sldId="2147483756"/>
            <ac:spMk id="2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8:40.261" v="75"/>
          <ac:spMkLst>
            <pc:docMk/>
            <pc:sldMasterMk cId="1509930785" sldId="2147483756"/>
            <ac:spMk id="3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8:40.261" v="75"/>
          <ac:spMkLst>
            <pc:docMk/>
            <pc:sldMasterMk cId="1509930785" sldId="2147483756"/>
            <ac:spMk id="4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8:40.261" v="75"/>
          <ac:spMkLst>
            <pc:docMk/>
            <pc:sldMasterMk cId="1509930785" sldId="2147483756"/>
            <ac:spMk id="5" creationId="{00000000-0000-0000-0000-000000000000}"/>
          </ac:spMkLst>
        </pc:spChg>
        <pc:spChg chg="mod">
          <ac:chgData name="Tommaso Ghilardi (Staff)" userId="b9591c49-3913-47aa-a516-44e0ea4248a4" providerId="ADAL" clId="{DFF45E3B-A62A-4CBF-971A-719412A1D47F}" dt="2025-08-29T17:08:40.261" v="75"/>
          <ac:spMkLst>
            <pc:docMk/>
            <pc:sldMasterMk cId="1509930785" sldId="2147483756"/>
            <ac:spMk id="6" creationId="{00000000-0000-0000-0000-000000000000}"/>
          </ac:spMkLst>
        </pc:spChg>
        <pc:sldLayoutChg chg="modSp">
          <pc:chgData name="Tommaso Ghilardi (Staff)" userId="b9591c49-3913-47aa-a516-44e0ea4248a4" providerId="ADAL" clId="{DFF45E3B-A62A-4CBF-971A-719412A1D47F}" dt="2025-08-29T17:08:40.261" v="75"/>
          <pc:sldLayoutMkLst>
            <pc:docMk/>
            <pc:sldMasterMk cId="1509930785" sldId="2147483756"/>
            <pc:sldLayoutMk cId="121837334" sldId="2147483757"/>
          </pc:sldLayoutMkLst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121837334" sldId="2147483757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121837334" sldId="2147483757"/>
              <ac:spMk id="3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0.261" v="75"/>
          <pc:sldLayoutMkLst>
            <pc:docMk/>
            <pc:sldMasterMk cId="1509930785" sldId="2147483756"/>
            <pc:sldLayoutMk cId="2520438587" sldId="2147483759"/>
          </pc:sldLayoutMkLst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2520438587" sldId="2147483759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2520438587" sldId="2147483759"/>
              <ac:spMk id="3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0.261" v="75"/>
          <pc:sldLayoutMkLst>
            <pc:docMk/>
            <pc:sldMasterMk cId="1509930785" sldId="2147483756"/>
            <pc:sldLayoutMk cId="2212333874" sldId="2147483760"/>
          </pc:sldLayoutMkLst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2212333874" sldId="2147483760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2212333874" sldId="2147483760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0.261" v="75"/>
          <pc:sldLayoutMkLst>
            <pc:docMk/>
            <pc:sldMasterMk cId="1509930785" sldId="2147483756"/>
            <pc:sldLayoutMk cId="3267320617" sldId="2147483761"/>
          </pc:sldLayoutMkLst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3267320617" sldId="2147483761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3267320617" sldId="2147483761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3267320617" sldId="2147483761"/>
              <ac:spMk id="4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3267320617" sldId="2147483761"/>
              <ac:spMk id="5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3267320617" sldId="2147483761"/>
              <ac:spMk id="6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0.261" v="75"/>
          <pc:sldLayoutMkLst>
            <pc:docMk/>
            <pc:sldMasterMk cId="1509930785" sldId="2147483756"/>
            <pc:sldLayoutMk cId="3098595251" sldId="2147483764"/>
          </pc:sldLayoutMkLst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3098595251" sldId="2147483764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3098595251" sldId="2147483764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3098595251" sldId="2147483764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0.261" v="75"/>
          <pc:sldLayoutMkLst>
            <pc:docMk/>
            <pc:sldMasterMk cId="1509930785" sldId="2147483756"/>
            <pc:sldLayoutMk cId="809153802" sldId="2147483765"/>
          </pc:sldLayoutMkLst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809153802" sldId="2147483765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809153802" sldId="2147483765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809153802" sldId="2147483765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FF45E3B-A62A-4CBF-971A-719412A1D47F}" dt="2025-08-29T17:08:40.261" v="75"/>
          <pc:sldLayoutMkLst>
            <pc:docMk/>
            <pc:sldMasterMk cId="1509930785" sldId="2147483756"/>
            <pc:sldLayoutMk cId="1163970481" sldId="2147483767"/>
          </pc:sldLayoutMkLst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1163970481" sldId="2147483767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FF45E3B-A62A-4CBF-971A-719412A1D47F}" dt="2025-08-29T17:08:40.261" v="75"/>
            <ac:spMkLst>
              <pc:docMk/>
              <pc:sldMasterMk cId="1509930785" sldId="2147483756"/>
              <pc:sldLayoutMk cId="1163970481" sldId="2147483767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474395"/>
            <a:ext cx="10709990" cy="5263774"/>
          </a:xfrm>
        </p:spPr>
        <p:txBody>
          <a:bodyPr anchor="b"/>
          <a:lstStyle>
            <a:lvl1pPr algn="ctr">
              <a:defRPr sz="8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7941160"/>
            <a:ext cx="9449991" cy="3650342"/>
          </a:xfrm>
        </p:spPr>
        <p:txBody>
          <a:bodyPr/>
          <a:lstStyle>
            <a:lvl1pPr marL="0" indent="0" algn="ctr">
              <a:buNone/>
              <a:defRPr sz="3307"/>
            </a:lvl1pPr>
            <a:lvl2pPr marL="630022" indent="0" algn="ctr">
              <a:buNone/>
              <a:defRPr sz="2756"/>
            </a:lvl2pPr>
            <a:lvl3pPr marL="1260043" indent="0" algn="ctr">
              <a:buNone/>
              <a:defRPr sz="2480"/>
            </a:lvl3pPr>
            <a:lvl4pPr marL="1890065" indent="0" algn="ctr">
              <a:buNone/>
              <a:defRPr sz="2205"/>
            </a:lvl4pPr>
            <a:lvl5pPr marL="2520086" indent="0" algn="ctr">
              <a:buNone/>
              <a:defRPr sz="2205"/>
            </a:lvl5pPr>
            <a:lvl6pPr marL="3150108" indent="0" algn="ctr">
              <a:buNone/>
              <a:defRPr sz="2205"/>
            </a:lvl6pPr>
            <a:lvl7pPr marL="3780130" indent="0" algn="ctr">
              <a:buNone/>
              <a:defRPr sz="2205"/>
            </a:lvl7pPr>
            <a:lvl8pPr marL="4410151" indent="0" algn="ctr">
              <a:buNone/>
              <a:defRPr sz="2205"/>
            </a:lvl8pPr>
            <a:lvl9pPr marL="5040173" indent="0" algn="ctr">
              <a:buNone/>
              <a:defRPr sz="220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14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91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3769342"/>
            <a:ext cx="10867490" cy="6289229"/>
          </a:xfrm>
        </p:spPr>
        <p:txBody>
          <a:bodyPr anchor="b"/>
          <a:lstStyle>
            <a:lvl1pPr>
              <a:defRPr sz="8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10118069"/>
            <a:ext cx="10867490" cy="3307357"/>
          </a:xfrm>
        </p:spPr>
        <p:txBody>
          <a:bodyPr/>
          <a:lstStyle>
            <a:lvl1pPr marL="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  <a:lvl2pPr marL="630022" indent="0">
              <a:buNone/>
              <a:defRPr sz="2756">
                <a:solidFill>
                  <a:schemeClr val="tx1">
                    <a:tint val="82000"/>
                  </a:schemeClr>
                </a:solidFill>
              </a:defRPr>
            </a:lvl2pPr>
            <a:lvl3pPr marL="1260043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3pPr>
            <a:lvl4pPr marL="1890065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4pPr>
            <a:lvl5pPr marL="2520086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5pPr>
            <a:lvl6pPr marL="3150108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6pPr>
            <a:lvl7pPr marL="3780130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7pPr>
            <a:lvl8pPr marL="4410151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8pPr>
            <a:lvl9pPr marL="5040173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71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4024827"/>
            <a:ext cx="5354995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4024827"/>
            <a:ext cx="5354995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29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804969"/>
            <a:ext cx="10867490" cy="2922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3706342"/>
            <a:ext cx="5330385" cy="1816421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5522763"/>
            <a:ext cx="5330385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3706342"/>
            <a:ext cx="5356636" cy="1816421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5522763"/>
            <a:ext cx="5356636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69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333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1007957"/>
            <a:ext cx="4063824" cy="3527848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2176910"/>
            <a:ext cx="6378744" cy="10744538"/>
          </a:xfrm>
        </p:spPr>
        <p:txBody>
          <a:bodyPr/>
          <a:lstStyle>
            <a:lvl1pPr>
              <a:defRPr sz="4410"/>
            </a:lvl1pPr>
            <a:lvl2pPr>
              <a:defRPr sz="3858"/>
            </a:lvl2pPr>
            <a:lvl3pPr>
              <a:defRPr sz="3307"/>
            </a:lvl3pPr>
            <a:lvl4pPr>
              <a:defRPr sz="2756"/>
            </a:lvl4pPr>
            <a:lvl5pPr>
              <a:defRPr sz="2756"/>
            </a:lvl5pPr>
            <a:lvl6pPr>
              <a:defRPr sz="2756"/>
            </a:lvl6pPr>
            <a:lvl7pPr>
              <a:defRPr sz="2756"/>
            </a:lvl7pPr>
            <a:lvl8pPr>
              <a:defRPr sz="2756"/>
            </a:lvl8pPr>
            <a:lvl9pPr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535805"/>
            <a:ext cx="4063824" cy="8403140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38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1007957"/>
            <a:ext cx="4063824" cy="3527848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2176910"/>
            <a:ext cx="6378744" cy="10744538"/>
          </a:xfrm>
        </p:spPr>
        <p:txBody>
          <a:bodyPr anchor="t"/>
          <a:lstStyle>
            <a:lvl1pPr marL="0" indent="0">
              <a:buNone/>
              <a:defRPr sz="4410"/>
            </a:lvl1pPr>
            <a:lvl2pPr marL="630022" indent="0">
              <a:buNone/>
              <a:defRPr sz="3858"/>
            </a:lvl2pPr>
            <a:lvl3pPr marL="1260043" indent="0">
              <a:buNone/>
              <a:defRPr sz="3307"/>
            </a:lvl3pPr>
            <a:lvl4pPr marL="1890065" indent="0">
              <a:buNone/>
              <a:defRPr sz="2756"/>
            </a:lvl4pPr>
            <a:lvl5pPr marL="2520086" indent="0">
              <a:buNone/>
              <a:defRPr sz="2756"/>
            </a:lvl5pPr>
            <a:lvl6pPr marL="3150108" indent="0">
              <a:buNone/>
              <a:defRPr sz="2756"/>
            </a:lvl6pPr>
            <a:lvl7pPr marL="3780130" indent="0">
              <a:buNone/>
              <a:defRPr sz="2756"/>
            </a:lvl7pPr>
            <a:lvl8pPr marL="4410151" indent="0">
              <a:buNone/>
              <a:defRPr sz="2756"/>
            </a:lvl8pPr>
            <a:lvl9pPr marL="5040173" indent="0">
              <a:buNone/>
              <a:defRPr sz="27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535805"/>
            <a:ext cx="4063824" cy="8403140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35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313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804966"/>
            <a:ext cx="2716872" cy="12812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804966"/>
            <a:ext cx="7993117" cy="12812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99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804969"/>
            <a:ext cx="10867490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4024827"/>
            <a:ext cx="10867490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14013401"/>
            <a:ext cx="283499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14013401"/>
            <a:ext cx="425249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14013401"/>
            <a:ext cx="283499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04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260043" rtl="0" eaLnBrk="1" latinLnBrk="0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11" indent="-315011" algn="l" defTabSz="1260043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8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57505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3pPr>
      <a:lvl4pPr marL="2205076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835097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465119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5140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516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18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30022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90065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20086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108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13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151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17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6.svg"/><Relationship Id="rId18" Type="http://schemas.openxmlformats.org/officeDocument/2006/relationships/hyperlink" Target="mailto:t.ghilardi@bbk.ac.uk,Francesco.Poli@mrc-cbu.cam.ac.uk,g.serino@bbk.ac.uk" TargetMode="External"/><Relationship Id="rId3" Type="http://schemas.openxmlformats.org/officeDocument/2006/relationships/hyperlink" Target="https://devstart.org/CONTENT/GettingStarted/GettingStartedWithR.html#install-r" TargetMode="External"/><Relationship Id="rId7" Type="http://schemas.openxmlformats.org/officeDocument/2006/relationships/hyperlink" Target="https://media.tenor.com/Iccl_wfwIdwAAAAM/despicable-me-minions.gif" TargetMode="External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start.org/CONTENT/GettingStarted/GettingStartedWithR.html#test-your-installation" TargetMode="External"/><Relationship Id="rId11" Type="http://schemas.openxmlformats.org/officeDocument/2006/relationships/hyperlink" Target="https://devstart.freeflarum.com/" TargetMode="External"/><Relationship Id="rId5" Type="http://schemas.openxmlformats.org/officeDocument/2006/relationships/hyperlink" Target="https://devstart.org/CONTENT/GettingStarted/GettingStartedWithR.html#installing-r-packages" TargetMode="External"/><Relationship Id="rId15" Type="http://schemas.openxmlformats.org/officeDocument/2006/relationships/image" Target="../media/image8.svg"/><Relationship Id="rId10" Type="http://schemas.openxmlformats.org/officeDocument/2006/relationships/image" Target="../media/image4.svg"/><Relationship Id="rId4" Type="http://schemas.openxmlformats.org/officeDocument/2006/relationships/hyperlink" Target="https://devstart.org/CONTENT/GettingStarted/GettingStartedWithR.html#rstudio" TargetMode="External"/><Relationship Id="rId9" Type="http://schemas.openxmlformats.org/officeDocument/2006/relationships/image" Target="../media/image3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C21C-0793-4B5C-26F2-61FCF187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B1A42515-5043-D454-C58F-AD7C1FC354C3}"/>
              </a:ext>
            </a:extLst>
          </p:cNvPr>
          <p:cNvSpPr/>
          <p:nvPr/>
        </p:nvSpPr>
        <p:spPr>
          <a:xfrm>
            <a:off x="424221" y="2312665"/>
            <a:ext cx="6993060" cy="4879028"/>
          </a:xfrm>
          <a:custGeom>
            <a:avLst/>
            <a:gdLst>
              <a:gd name="connsiteX0" fmla="*/ 0 w 6993060"/>
              <a:gd name="connsiteY0" fmla="*/ 813188 h 4879028"/>
              <a:gd name="connsiteX1" fmla="*/ 813188 w 6993060"/>
              <a:gd name="connsiteY1" fmla="*/ 0 h 4879028"/>
              <a:gd name="connsiteX2" fmla="*/ 6179872 w 6993060"/>
              <a:gd name="connsiteY2" fmla="*/ 0 h 4879028"/>
              <a:gd name="connsiteX3" fmla="*/ 6993060 w 6993060"/>
              <a:gd name="connsiteY3" fmla="*/ 813188 h 4879028"/>
              <a:gd name="connsiteX4" fmla="*/ 6993060 w 6993060"/>
              <a:gd name="connsiteY4" fmla="*/ 4065840 h 4879028"/>
              <a:gd name="connsiteX5" fmla="*/ 6179872 w 6993060"/>
              <a:gd name="connsiteY5" fmla="*/ 4879028 h 4879028"/>
              <a:gd name="connsiteX6" fmla="*/ 813188 w 6993060"/>
              <a:gd name="connsiteY6" fmla="*/ 4879028 h 4879028"/>
              <a:gd name="connsiteX7" fmla="*/ 0 w 6993060"/>
              <a:gd name="connsiteY7" fmla="*/ 4065840 h 4879028"/>
              <a:gd name="connsiteX8" fmla="*/ 0 w 6993060"/>
              <a:gd name="connsiteY8" fmla="*/ 813188 h 4879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93060" h="4879028" fill="none" extrusionOk="0">
                <a:moveTo>
                  <a:pt x="0" y="813188"/>
                </a:moveTo>
                <a:cubicBezTo>
                  <a:pt x="-42347" y="367015"/>
                  <a:pt x="400249" y="-3294"/>
                  <a:pt x="813188" y="0"/>
                </a:cubicBezTo>
                <a:cubicBezTo>
                  <a:pt x="1997262" y="-76428"/>
                  <a:pt x="5489264" y="-98079"/>
                  <a:pt x="6179872" y="0"/>
                </a:cubicBezTo>
                <a:cubicBezTo>
                  <a:pt x="6633913" y="60012"/>
                  <a:pt x="6986446" y="361536"/>
                  <a:pt x="6993060" y="813188"/>
                </a:cubicBezTo>
                <a:cubicBezTo>
                  <a:pt x="6951845" y="2245008"/>
                  <a:pt x="6953692" y="3017892"/>
                  <a:pt x="6993060" y="4065840"/>
                </a:cubicBezTo>
                <a:cubicBezTo>
                  <a:pt x="6998920" y="4484516"/>
                  <a:pt x="6678486" y="4918859"/>
                  <a:pt x="6179872" y="4879028"/>
                </a:cubicBezTo>
                <a:cubicBezTo>
                  <a:pt x="4088045" y="4833081"/>
                  <a:pt x="3283763" y="4958189"/>
                  <a:pt x="813188" y="4879028"/>
                </a:cubicBezTo>
                <a:cubicBezTo>
                  <a:pt x="429665" y="4910544"/>
                  <a:pt x="8883" y="4500900"/>
                  <a:pt x="0" y="4065840"/>
                </a:cubicBezTo>
                <a:cubicBezTo>
                  <a:pt x="-115066" y="3525939"/>
                  <a:pt x="-133801" y="1458984"/>
                  <a:pt x="0" y="813188"/>
                </a:cubicBezTo>
                <a:close/>
              </a:path>
              <a:path w="6993060" h="4879028" stroke="0" extrusionOk="0">
                <a:moveTo>
                  <a:pt x="0" y="813188"/>
                </a:moveTo>
                <a:cubicBezTo>
                  <a:pt x="-84237" y="370751"/>
                  <a:pt x="387529" y="380"/>
                  <a:pt x="813188" y="0"/>
                </a:cubicBezTo>
                <a:cubicBezTo>
                  <a:pt x="3474566" y="-105081"/>
                  <a:pt x="3513176" y="-87976"/>
                  <a:pt x="6179872" y="0"/>
                </a:cubicBezTo>
                <a:cubicBezTo>
                  <a:pt x="6574141" y="58962"/>
                  <a:pt x="7027019" y="351148"/>
                  <a:pt x="6993060" y="813188"/>
                </a:cubicBezTo>
                <a:cubicBezTo>
                  <a:pt x="6991198" y="1451996"/>
                  <a:pt x="6923752" y="3266773"/>
                  <a:pt x="6993060" y="4065840"/>
                </a:cubicBezTo>
                <a:cubicBezTo>
                  <a:pt x="6985135" y="4508633"/>
                  <a:pt x="6626101" y="4900737"/>
                  <a:pt x="6179872" y="4879028"/>
                </a:cubicBezTo>
                <a:cubicBezTo>
                  <a:pt x="4494439" y="5000056"/>
                  <a:pt x="1676503" y="4999119"/>
                  <a:pt x="813188" y="4879028"/>
                </a:cubicBezTo>
                <a:cubicBezTo>
                  <a:pt x="407499" y="4888933"/>
                  <a:pt x="-4078" y="4522980"/>
                  <a:pt x="0" y="4065840"/>
                </a:cubicBezTo>
                <a:cubicBezTo>
                  <a:pt x="101500" y="2841047"/>
                  <a:pt x="-52494" y="1672389"/>
                  <a:pt x="0" y="813188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en-GB" sz="1801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R and libraries</a:t>
            </a:r>
            <a:endParaRPr lang="en-GB" sz="1199" b="1" dirty="0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7980884-F10D-3CD3-CD12-E8A019F360A3}"/>
              </a:ext>
            </a:extLst>
          </p:cNvPr>
          <p:cNvGrpSpPr/>
          <p:nvPr/>
        </p:nvGrpSpPr>
        <p:grpSpPr>
          <a:xfrm>
            <a:off x="842592" y="271398"/>
            <a:ext cx="1316221" cy="1993182"/>
            <a:chOff x="842588" y="2206604"/>
            <a:chExt cx="1316220" cy="19931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737D8D5-3711-52B9-2550-2EBA2F231834}"/>
                </a:ext>
              </a:extLst>
            </p:cNvPr>
            <p:cNvGrpSpPr/>
            <p:nvPr/>
          </p:nvGrpSpPr>
          <p:grpSpPr>
            <a:xfrm>
              <a:off x="883806" y="2206604"/>
              <a:ext cx="1275002" cy="1481551"/>
              <a:chOff x="1108464" y="603225"/>
              <a:chExt cx="1665476" cy="1935282"/>
            </a:xfrm>
          </p:grpSpPr>
          <p:pic>
            <p:nvPicPr>
              <p:cNvPr id="25" name="Picture 24" descr="A blue hexagon with a black and white hexagon with a black and white hexagon with a black and white hexagon with a black and white circular object with a round&#10;&#10;AI-generated content may be incorrect.">
                <a:extLst>
                  <a:ext uri="{FF2B5EF4-FFF2-40B4-BE49-F238E27FC236}">
                    <a16:creationId xmlns:a16="http://schemas.microsoft.com/office/drawing/2014/main" id="{E6F8F1B7-E76F-F3EF-DFE5-18206ADE6B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8464" y="603225"/>
                <a:ext cx="1665476" cy="1935282"/>
              </a:xfrm>
              <a:prstGeom prst="rect">
                <a:avLst/>
              </a:prstGeom>
            </p:spPr>
          </p:pic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DE52ED16-3007-AB19-BDC5-44710B8FB1FA}"/>
                  </a:ext>
                </a:extLst>
              </p:cNvPr>
              <p:cNvSpPr/>
              <p:nvPr/>
            </p:nvSpPr>
            <p:spPr>
              <a:xfrm rot="5400000">
                <a:off x="1106091" y="812095"/>
                <a:ext cx="1670219" cy="1521431"/>
              </a:xfrm>
              <a:prstGeom prst="hexagon">
                <a:avLst/>
              </a:prstGeom>
              <a:solidFill>
                <a:srgbClr val="00B3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1" dirty="0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D30ABE-5AEC-2E6E-1C47-F83E43E09A0A}"/>
                </a:ext>
              </a:extLst>
            </p:cNvPr>
            <p:cNvSpPr txBox="1"/>
            <p:nvPr/>
          </p:nvSpPr>
          <p:spPr>
            <a:xfrm>
              <a:off x="842588" y="2317376"/>
              <a:ext cx="1016246" cy="646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2" dirty="0"/>
                <a:t>Start</a:t>
              </a:r>
              <a:r>
                <a:rPr lang="en-GB" sz="3601" dirty="0"/>
                <a:t> 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71B44FE-9DB3-8BE4-21F8-1D390092BA4B}"/>
                </a:ext>
              </a:extLst>
            </p:cNvPr>
            <p:cNvSpPr/>
            <p:nvPr/>
          </p:nvSpPr>
          <p:spPr>
            <a:xfrm>
              <a:off x="1364258" y="3266722"/>
              <a:ext cx="314096" cy="933064"/>
            </a:xfrm>
            <a:custGeom>
              <a:avLst/>
              <a:gdLst>
                <a:gd name="connsiteX0" fmla="*/ 291681 w 439240"/>
                <a:gd name="connsiteY0" fmla="*/ 0 h 1188720"/>
                <a:gd name="connsiteX1" fmla="*/ 70701 w 439240"/>
                <a:gd name="connsiteY1" fmla="*/ 243840 h 1188720"/>
                <a:gd name="connsiteX2" fmla="*/ 421221 w 439240"/>
                <a:gd name="connsiteY2" fmla="*/ 358140 h 1188720"/>
                <a:gd name="connsiteX3" fmla="*/ 360261 w 439240"/>
                <a:gd name="connsiteY3" fmla="*/ 685800 h 1188720"/>
                <a:gd name="connsiteX4" fmla="*/ 116421 w 439240"/>
                <a:gd name="connsiteY4" fmla="*/ 609600 h 1188720"/>
                <a:gd name="connsiteX5" fmla="*/ 2121 w 439240"/>
                <a:gd name="connsiteY5" fmla="*/ 769620 h 1188720"/>
                <a:gd name="connsiteX6" fmla="*/ 207861 w 439240"/>
                <a:gd name="connsiteY6" fmla="*/ 891540 h 1188720"/>
                <a:gd name="connsiteX7" fmla="*/ 245961 w 439240"/>
                <a:gd name="connsiteY7" fmla="*/ 1188720 h 1188720"/>
                <a:gd name="connsiteX8" fmla="*/ 245961 w 439240"/>
                <a:gd name="connsiteY8" fmla="*/ 1188720 h 1188720"/>
                <a:gd name="connsiteX0" fmla="*/ 181235 w 439240"/>
                <a:gd name="connsiteY0" fmla="*/ 0 h 1217455"/>
                <a:gd name="connsiteX1" fmla="*/ 70701 w 439240"/>
                <a:gd name="connsiteY1" fmla="*/ 272575 h 1217455"/>
                <a:gd name="connsiteX2" fmla="*/ 421221 w 439240"/>
                <a:gd name="connsiteY2" fmla="*/ 386875 h 1217455"/>
                <a:gd name="connsiteX3" fmla="*/ 360261 w 439240"/>
                <a:gd name="connsiteY3" fmla="*/ 714535 h 1217455"/>
                <a:gd name="connsiteX4" fmla="*/ 116421 w 439240"/>
                <a:gd name="connsiteY4" fmla="*/ 638335 h 1217455"/>
                <a:gd name="connsiteX5" fmla="*/ 2121 w 439240"/>
                <a:gd name="connsiteY5" fmla="*/ 798355 h 1217455"/>
                <a:gd name="connsiteX6" fmla="*/ 207861 w 439240"/>
                <a:gd name="connsiteY6" fmla="*/ 920275 h 1217455"/>
                <a:gd name="connsiteX7" fmla="*/ 245961 w 439240"/>
                <a:gd name="connsiteY7" fmla="*/ 1217455 h 1217455"/>
                <a:gd name="connsiteX8" fmla="*/ 245961 w 439240"/>
                <a:gd name="connsiteY8" fmla="*/ 1217455 h 1217455"/>
                <a:gd name="connsiteX0" fmla="*/ 181235 w 439240"/>
                <a:gd name="connsiteY0" fmla="*/ 0 h 1217455"/>
                <a:gd name="connsiteX1" fmla="*/ 70701 w 439240"/>
                <a:gd name="connsiteY1" fmla="*/ 272575 h 1217455"/>
                <a:gd name="connsiteX2" fmla="*/ 421221 w 439240"/>
                <a:gd name="connsiteY2" fmla="*/ 386875 h 1217455"/>
                <a:gd name="connsiteX3" fmla="*/ 360261 w 439240"/>
                <a:gd name="connsiteY3" fmla="*/ 714535 h 1217455"/>
                <a:gd name="connsiteX4" fmla="*/ 116421 w 439240"/>
                <a:gd name="connsiteY4" fmla="*/ 638335 h 1217455"/>
                <a:gd name="connsiteX5" fmla="*/ 2121 w 439240"/>
                <a:gd name="connsiteY5" fmla="*/ 798355 h 1217455"/>
                <a:gd name="connsiteX6" fmla="*/ 207861 w 439240"/>
                <a:gd name="connsiteY6" fmla="*/ 920275 h 1217455"/>
                <a:gd name="connsiteX7" fmla="*/ 245961 w 439240"/>
                <a:gd name="connsiteY7" fmla="*/ 1217455 h 1217455"/>
                <a:gd name="connsiteX8" fmla="*/ 245961 w 439240"/>
                <a:gd name="connsiteY8" fmla="*/ 1217455 h 1217455"/>
                <a:gd name="connsiteX0" fmla="*/ 181235 w 433578"/>
                <a:gd name="connsiteY0" fmla="*/ 0 h 1217455"/>
                <a:gd name="connsiteX1" fmla="*/ 150679 w 433578"/>
                <a:gd name="connsiteY1" fmla="*/ 268469 h 1217455"/>
                <a:gd name="connsiteX2" fmla="*/ 421221 w 433578"/>
                <a:gd name="connsiteY2" fmla="*/ 386875 h 1217455"/>
                <a:gd name="connsiteX3" fmla="*/ 360261 w 433578"/>
                <a:gd name="connsiteY3" fmla="*/ 714535 h 1217455"/>
                <a:gd name="connsiteX4" fmla="*/ 116421 w 433578"/>
                <a:gd name="connsiteY4" fmla="*/ 638335 h 1217455"/>
                <a:gd name="connsiteX5" fmla="*/ 2121 w 433578"/>
                <a:gd name="connsiteY5" fmla="*/ 798355 h 1217455"/>
                <a:gd name="connsiteX6" fmla="*/ 207861 w 433578"/>
                <a:gd name="connsiteY6" fmla="*/ 920275 h 1217455"/>
                <a:gd name="connsiteX7" fmla="*/ 245961 w 433578"/>
                <a:gd name="connsiteY7" fmla="*/ 1217455 h 1217455"/>
                <a:gd name="connsiteX8" fmla="*/ 245961 w 433578"/>
                <a:gd name="connsiteY8" fmla="*/ 1217455 h 1217455"/>
                <a:gd name="connsiteX0" fmla="*/ 86023 w 433578"/>
                <a:gd name="connsiteY0" fmla="*/ 0 h 1196930"/>
                <a:gd name="connsiteX1" fmla="*/ 150679 w 433578"/>
                <a:gd name="connsiteY1" fmla="*/ 247944 h 1196930"/>
                <a:gd name="connsiteX2" fmla="*/ 421221 w 433578"/>
                <a:gd name="connsiteY2" fmla="*/ 366350 h 1196930"/>
                <a:gd name="connsiteX3" fmla="*/ 360261 w 433578"/>
                <a:gd name="connsiteY3" fmla="*/ 694010 h 1196930"/>
                <a:gd name="connsiteX4" fmla="*/ 116421 w 433578"/>
                <a:gd name="connsiteY4" fmla="*/ 617810 h 1196930"/>
                <a:gd name="connsiteX5" fmla="*/ 2121 w 433578"/>
                <a:gd name="connsiteY5" fmla="*/ 777830 h 1196930"/>
                <a:gd name="connsiteX6" fmla="*/ 207861 w 433578"/>
                <a:gd name="connsiteY6" fmla="*/ 899750 h 1196930"/>
                <a:gd name="connsiteX7" fmla="*/ 245961 w 433578"/>
                <a:gd name="connsiteY7" fmla="*/ 1196930 h 1196930"/>
                <a:gd name="connsiteX8" fmla="*/ 245961 w 433578"/>
                <a:gd name="connsiteY8" fmla="*/ 1196930 h 1196930"/>
                <a:gd name="connsiteX0" fmla="*/ 86023 w 433578"/>
                <a:gd name="connsiteY0" fmla="*/ 0 h 1196930"/>
                <a:gd name="connsiteX1" fmla="*/ 150679 w 433578"/>
                <a:gd name="connsiteY1" fmla="*/ 247944 h 1196930"/>
                <a:gd name="connsiteX2" fmla="*/ 421221 w 433578"/>
                <a:gd name="connsiteY2" fmla="*/ 366350 h 1196930"/>
                <a:gd name="connsiteX3" fmla="*/ 360261 w 433578"/>
                <a:gd name="connsiteY3" fmla="*/ 694010 h 1196930"/>
                <a:gd name="connsiteX4" fmla="*/ 116421 w 433578"/>
                <a:gd name="connsiteY4" fmla="*/ 617810 h 1196930"/>
                <a:gd name="connsiteX5" fmla="*/ 2121 w 433578"/>
                <a:gd name="connsiteY5" fmla="*/ 777830 h 1196930"/>
                <a:gd name="connsiteX6" fmla="*/ 207861 w 433578"/>
                <a:gd name="connsiteY6" fmla="*/ 899750 h 1196930"/>
                <a:gd name="connsiteX7" fmla="*/ 245961 w 433578"/>
                <a:gd name="connsiteY7" fmla="*/ 1196930 h 1196930"/>
                <a:gd name="connsiteX8" fmla="*/ 245961 w 433578"/>
                <a:gd name="connsiteY8" fmla="*/ 1196930 h 119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578" h="1196930">
                  <a:moveTo>
                    <a:pt x="86023" y="0"/>
                  </a:moveTo>
                  <a:cubicBezTo>
                    <a:pt x="75184" y="149546"/>
                    <a:pt x="94813" y="186886"/>
                    <a:pt x="150679" y="247944"/>
                  </a:cubicBezTo>
                  <a:cubicBezTo>
                    <a:pt x="206545" y="309002"/>
                    <a:pt x="386291" y="292006"/>
                    <a:pt x="421221" y="366350"/>
                  </a:cubicBezTo>
                  <a:cubicBezTo>
                    <a:pt x="456151" y="440694"/>
                    <a:pt x="411061" y="652100"/>
                    <a:pt x="360261" y="694010"/>
                  </a:cubicBezTo>
                  <a:cubicBezTo>
                    <a:pt x="309461" y="735920"/>
                    <a:pt x="176111" y="603840"/>
                    <a:pt x="116421" y="617810"/>
                  </a:cubicBezTo>
                  <a:cubicBezTo>
                    <a:pt x="56731" y="631780"/>
                    <a:pt x="-13119" y="730840"/>
                    <a:pt x="2121" y="777830"/>
                  </a:cubicBezTo>
                  <a:cubicBezTo>
                    <a:pt x="17361" y="824820"/>
                    <a:pt x="167221" y="829900"/>
                    <a:pt x="207861" y="899750"/>
                  </a:cubicBezTo>
                  <a:cubicBezTo>
                    <a:pt x="248501" y="969600"/>
                    <a:pt x="245961" y="1196930"/>
                    <a:pt x="245961" y="1196930"/>
                  </a:cubicBezTo>
                  <a:lnTo>
                    <a:pt x="245961" y="1196930"/>
                  </a:lnTo>
                </a:path>
              </a:pathLst>
            </a:custGeom>
            <a:ln w="285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801"/>
            </a:p>
          </p:txBody>
        </p:sp>
      </p:grp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07EBDBA-B9A2-C1C0-86D1-AF3EBFCB1786}"/>
              </a:ext>
            </a:extLst>
          </p:cNvPr>
          <p:cNvSpPr/>
          <p:nvPr/>
        </p:nvSpPr>
        <p:spPr>
          <a:xfrm>
            <a:off x="4915098" y="8126353"/>
            <a:ext cx="2473601" cy="766474"/>
          </a:xfrm>
          <a:custGeom>
            <a:avLst/>
            <a:gdLst>
              <a:gd name="connsiteX0" fmla="*/ 0 w 2473601"/>
              <a:gd name="connsiteY0" fmla="*/ 49169 h 766474"/>
              <a:gd name="connsiteX1" fmla="*/ 49169 w 2473601"/>
              <a:gd name="connsiteY1" fmla="*/ 0 h 766474"/>
              <a:gd name="connsiteX2" fmla="*/ 2424432 w 2473601"/>
              <a:gd name="connsiteY2" fmla="*/ 0 h 766474"/>
              <a:gd name="connsiteX3" fmla="*/ 2473601 w 2473601"/>
              <a:gd name="connsiteY3" fmla="*/ 49169 h 766474"/>
              <a:gd name="connsiteX4" fmla="*/ 2473601 w 2473601"/>
              <a:gd name="connsiteY4" fmla="*/ 717305 h 766474"/>
              <a:gd name="connsiteX5" fmla="*/ 2424432 w 2473601"/>
              <a:gd name="connsiteY5" fmla="*/ 766474 h 766474"/>
              <a:gd name="connsiteX6" fmla="*/ 49169 w 2473601"/>
              <a:gd name="connsiteY6" fmla="*/ 766474 h 766474"/>
              <a:gd name="connsiteX7" fmla="*/ 0 w 2473601"/>
              <a:gd name="connsiteY7" fmla="*/ 717305 h 766474"/>
              <a:gd name="connsiteX8" fmla="*/ 0 w 2473601"/>
              <a:gd name="connsiteY8" fmla="*/ 49169 h 76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3601" h="766474" fill="none" extrusionOk="0">
                <a:moveTo>
                  <a:pt x="0" y="49169"/>
                </a:moveTo>
                <a:cubicBezTo>
                  <a:pt x="-2861" y="22213"/>
                  <a:pt x="24671" y="-242"/>
                  <a:pt x="49169" y="0"/>
                </a:cubicBezTo>
                <a:cubicBezTo>
                  <a:pt x="376662" y="-76428"/>
                  <a:pt x="1344380" y="-98079"/>
                  <a:pt x="2424432" y="0"/>
                </a:cubicBezTo>
                <a:cubicBezTo>
                  <a:pt x="2451788" y="2449"/>
                  <a:pt x="2470672" y="20889"/>
                  <a:pt x="2473601" y="49169"/>
                </a:cubicBezTo>
                <a:cubicBezTo>
                  <a:pt x="2524005" y="235458"/>
                  <a:pt x="2434974" y="544213"/>
                  <a:pt x="2473601" y="717305"/>
                </a:cubicBezTo>
                <a:cubicBezTo>
                  <a:pt x="2474300" y="740830"/>
                  <a:pt x="2454384" y="768724"/>
                  <a:pt x="2424432" y="766474"/>
                </a:cubicBezTo>
                <a:cubicBezTo>
                  <a:pt x="1825582" y="720527"/>
                  <a:pt x="1172745" y="845635"/>
                  <a:pt x="49169" y="766474"/>
                </a:cubicBezTo>
                <a:cubicBezTo>
                  <a:pt x="22984" y="766940"/>
                  <a:pt x="2047" y="741222"/>
                  <a:pt x="0" y="717305"/>
                </a:cubicBezTo>
                <a:cubicBezTo>
                  <a:pt x="-10292" y="581040"/>
                  <a:pt x="-34411" y="259275"/>
                  <a:pt x="0" y="49169"/>
                </a:cubicBezTo>
                <a:close/>
              </a:path>
              <a:path w="2473601" h="766474" stroke="0" extrusionOk="0">
                <a:moveTo>
                  <a:pt x="0" y="49169"/>
                </a:moveTo>
                <a:cubicBezTo>
                  <a:pt x="-4470" y="22368"/>
                  <a:pt x="26214" y="68"/>
                  <a:pt x="49169" y="0"/>
                </a:cubicBezTo>
                <a:cubicBezTo>
                  <a:pt x="862263" y="-105081"/>
                  <a:pt x="2117237" y="-87976"/>
                  <a:pt x="2424432" y="0"/>
                </a:cubicBezTo>
                <a:cubicBezTo>
                  <a:pt x="2449608" y="2127"/>
                  <a:pt x="2475514" y="21286"/>
                  <a:pt x="2473601" y="49169"/>
                </a:cubicBezTo>
                <a:cubicBezTo>
                  <a:pt x="2413832" y="351758"/>
                  <a:pt x="2527058" y="571502"/>
                  <a:pt x="2473601" y="717305"/>
                </a:cubicBezTo>
                <a:cubicBezTo>
                  <a:pt x="2471389" y="742697"/>
                  <a:pt x="2451531" y="766897"/>
                  <a:pt x="2424432" y="766474"/>
                </a:cubicBezTo>
                <a:cubicBezTo>
                  <a:pt x="1662714" y="887502"/>
                  <a:pt x="975005" y="886565"/>
                  <a:pt x="49169" y="766474"/>
                </a:cubicBezTo>
                <a:cubicBezTo>
                  <a:pt x="26868" y="767581"/>
                  <a:pt x="-2448" y="749280"/>
                  <a:pt x="0" y="717305"/>
                </a:cubicBezTo>
                <a:cubicBezTo>
                  <a:pt x="43608" y="581288"/>
                  <a:pt x="32696" y="151145"/>
                  <a:pt x="0" y="49169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6415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 problems with anything?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A61DCCA1-F9C2-5B0C-BE08-514DB17B7324}"/>
              </a:ext>
            </a:extLst>
          </p:cNvPr>
          <p:cNvSpPr/>
          <p:nvPr/>
        </p:nvSpPr>
        <p:spPr>
          <a:xfrm>
            <a:off x="720367" y="3037982"/>
            <a:ext cx="3353403" cy="1005056"/>
          </a:xfrm>
          <a:custGeom>
            <a:avLst/>
            <a:gdLst>
              <a:gd name="connsiteX0" fmla="*/ 0 w 3353403"/>
              <a:gd name="connsiteY0" fmla="*/ 167513 h 1005056"/>
              <a:gd name="connsiteX1" fmla="*/ 167513 w 3353403"/>
              <a:gd name="connsiteY1" fmla="*/ 0 h 1005056"/>
              <a:gd name="connsiteX2" fmla="*/ 710821 w 3353403"/>
              <a:gd name="connsiteY2" fmla="*/ 0 h 1005056"/>
              <a:gd name="connsiteX3" fmla="*/ 1254129 w 3353403"/>
              <a:gd name="connsiteY3" fmla="*/ 0 h 1005056"/>
              <a:gd name="connsiteX4" fmla="*/ 1797437 w 3353403"/>
              <a:gd name="connsiteY4" fmla="*/ 0 h 1005056"/>
              <a:gd name="connsiteX5" fmla="*/ 2310561 w 3353403"/>
              <a:gd name="connsiteY5" fmla="*/ 0 h 1005056"/>
              <a:gd name="connsiteX6" fmla="*/ 3185890 w 3353403"/>
              <a:gd name="connsiteY6" fmla="*/ 0 h 1005056"/>
              <a:gd name="connsiteX7" fmla="*/ 3353403 w 3353403"/>
              <a:gd name="connsiteY7" fmla="*/ 167513 h 1005056"/>
              <a:gd name="connsiteX8" fmla="*/ 3353403 w 3353403"/>
              <a:gd name="connsiteY8" fmla="*/ 837543 h 1005056"/>
              <a:gd name="connsiteX9" fmla="*/ 3185890 w 3353403"/>
              <a:gd name="connsiteY9" fmla="*/ 1005056 h 1005056"/>
              <a:gd name="connsiteX10" fmla="*/ 2521847 w 3353403"/>
              <a:gd name="connsiteY10" fmla="*/ 1005056 h 1005056"/>
              <a:gd name="connsiteX11" fmla="*/ 1948355 w 3353403"/>
              <a:gd name="connsiteY11" fmla="*/ 1005056 h 1005056"/>
              <a:gd name="connsiteX12" fmla="*/ 1374864 w 3353403"/>
              <a:gd name="connsiteY12" fmla="*/ 1005056 h 1005056"/>
              <a:gd name="connsiteX13" fmla="*/ 861740 w 3353403"/>
              <a:gd name="connsiteY13" fmla="*/ 1005056 h 1005056"/>
              <a:gd name="connsiteX14" fmla="*/ 167513 w 3353403"/>
              <a:gd name="connsiteY14" fmla="*/ 1005056 h 1005056"/>
              <a:gd name="connsiteX15" fmla="*/ 0 w 3353403"/>
              <a:gd name="connsiteY15" fmla="*/ 837543 h 1005056"/>
              <a:gd name="connsiteX16" fmla="*/ 0 w 3353403"/>
              <a:gd name="connsiteY16" fmla="*/ 167513 h 1005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3403" h="1005056" fill="none" extrusionOk="0">
                <a:moveTo>
                  <a:pt x="0" y="167513"/>
                </a:moveTo>
                <a:cubicBezTo>
                  <a:pt x="11800" y="90425"/>
                  <a:pt x="62122" y="1638"/>
                  <a:pt x="167513" y="0"/>
                </a:cubicBezTo>
                <a:cubicBezTo>
                  <a:pt x="371922" y="5453"/>
                  <a:pt x="449342" y="-2209"/>
                  <a:pt x="710821" y="0"/>
                </a:cubicBezTo>
                <a:cubicBezTo>
                  <a:pt x="972300" y="2209"/>
                  <a:pt x="997676" y="25944"/>
                  <a:pt x="1254129" y="0"/>
                </a:cubicBezTo>
                <a:cubicBezTo>
                  <a:pt x="1510582" y="-25944"/>
                  <a:pt x="1533382" y="12570"/>
                  <a:pt x="1797437" y="0"/>
                </a:cubicBezTo>
                <a:cubicBezTo>
                  <a:pt x="2061492" y="-12570"/>
                  <a:pt x="2094509" y="-14618"/>
                  <a:pt x="2310561" y="0"/>
                </a:cubicBezTo>
                <a:cubicBezTo>
                  <a:pt x="2526613" y="14618"/>
                  <a:pt x="3005112" y="356"/>
                  <a:pt x="3185890" y="0"/>
                </a:cubicBezTo>
                <a:cubicBezTo>
                  <a:pt x="3264308" y="-445"/>
                  <a:pt x="3353678" y="83027"/>
                  <a:pt x="3353403" y="167513"/>
                </a:cubicBezTo>
                <a:cubicBezTo>
                  <a:pt x="3366426" y="383790"/>
                  <a:pt x="3354862" y="646256"/>
                  <a:pt x="3353403" y="837543"/>
                </a:cubicBezTo>
                <a:cubicBezTo>
                  <a:pt x="3336667" y="919052"/>
                  <a:pt x="3262403" y="998068"/>
                  <a:pt x="3185890" y="1005056"/>
                </a:cubicBezTo>
                <a:cubicBezTo>
                  <a:pt x="2980305" y="1020290"/>
                  <a:pt x="2663265" y="1003443"/>
                  <a:pt x="2521847" y="1005056"/>
                </a:cubicBezTo>
                <a:cubicBezTo>
                  <a:pt x="2380429" y="1006669"/>
                  <a:pt x="2127428" y="1000531"/>
                  <a:pt x="1948355" y="1005056"/>
                </a:cubicBezTo>
                <a:cubicBezTo>
                  <a:pt x="1769282" y="1009581"/>
                  <a:pt x="1541950" y="1001955"/>
                  <a:pt x="1374864" y="1005056"/>
                </a:cubicBezTo>
                <a:cubicBezTo>
                  <a:pt x="1207778" y="1008157"/>
                  <a:pt x="1067906" y="999514"/>
                  <a:pt x="861740" y="1005056"/>
                </a:cubicBezTo>
                <a:cubicBezTo>
                  <a:pt x="655574" y="1010598"/>
                  <a:pt x="369538" y="998509"/>
                  <a:pt x="167513" y="1005056"/>
                </a:cubicBezTo>
                <a:cubicBezTo>
                  <a:pt x="81871" y="1016299"/>
                  <a:pt x="-117" y="919869"/>
                  <a:pt x="0" y="837543"/>
                </a:cubicBezTo>
                <a:cubicBezTo>
                  <a:pt x="30610" y="694830"/>
                  <a:pt x="-30479" y="444948"/>
                  <a:pt x="0" y="167513"/>
                </a:cubicBezTo>
                <a:close/>
              </a:path>
              <a:path w="3353403" h="1005056" stroke="0" extrusionOk="0">
                <a:moveTo>
                  <a:pt x="0" y="167513"/>
                </a:moveTo>
                <a:cubicBezTo>
                  <a:pt x="13561" y="87556"/>
                  <a:pt x="83054" y="-2238"/>
                  <a:pt x="167513" y="0"/>
                </a:cubicBezTo>
                <a:cubicBezTo>
                  <a:pt x="492252" y="-3501"/>
                  <a:pt x="576403" y="-15943"/>
                  <a:pt x="831556" y="0"/>
                </a:cubicBezTo>
                <a:cubicBezTo>
                  <a:pt x="1086709" y="15943"/>
                  <a:pt x="1144298" y="-20099"/>
                  <a:pt x="1344680" y="0"/>
                </a:cubicBezTo>
                <a:cubicBezTo>
                  <a:pt x="1545062" y="20099"/>
                  <a:pt x="1742520" y="-18691"/>
                  <a:pt x="1918172" y="0"/>
                </a:cubicBezTo>
                <a:cubicBezTo>
                  <a:pt x="2093824" y="18691"/>
                  <a:pt x="2255484" y="29286"/>
                  <a:pt x="2582215" y="0"/>
                </a:cubicBezTo>
                <a:cubicBezTo>
                  <a:pt x="2908946" y="-29286"/>
                  <a:pt x="2974682" y="-20396"/>
                  <a:pt x="3185890" y="0"/>
                </a:cubicBezTo>
                <a:cubicBezTo>
                  <a:pt x="3263041" y="13573"/>
                  <a:pt x="3357415" y="74794"/>
                  <a:pt x="3353403" y="167513"/>
                </a:cubicBezTo>
                <a:cubicBezTo>
                  <a:pt x="3343293" y="443512"/>
                  <a:pt x="3378139" y="633615"/>
                  <a:pt x="3353403" y="837543"/>
                </a:cubicBezTo>
                <a:cubicBezTo>
                  <a:pt x="3342517" y="911721"/>
                  <a:pt x="3273740" y="989240"/>
                  <a:pt x="3185890" y="1005056"/>
                </a:cubicBezTo>
                <a:cubicBezTo>
                  <a:pt x="3017905" y="1037658"/>
                  <a:pt x="2815414" y="1020213"/>
                  <a:pt x="2521847" y="1005056"/>
                </a:cubicBezTo>
                <a:cubicBezTo>
                  <a:pt x="2228280" y="989899"/>
                  <a:pt x="2258327" y="1021238"/>
                  <a:pt x="2008723" y="1005056"/>
                </a:cubicBezTo>
                <a:cubicBezTo>
                  <a:pt x="1759119" y="988874"/>
                  <a:pt x="1647538" y="991030"/>
                  <a:pt x="1344680" y="1005056"/>
                </a:cubicBezTo>
                <a:cubicBezTo>
                  <a:pt x="1041822" y="1019082"/>
                  <a:pt x="893477" y="1031591"/>
                  <a:pt x="771188" y="1005056"/>
                </a:cubicBezTo>
                <a:cubicBezTo>
                  <a:pt x="648899" y="978521"/>
                  <a:pt x="395123" y="1003040"/>
                  <a:pt x="167513" y="1005056"/>
                </a:cubicBezTo>
                <a:cubicBezTo>
                  <a:pt x="63566" y="987362"/>
                  <a:pt x="-17978" y="941673"/>
                  <a:pt x="0" y="837543"/>
                </a:cubicBezTo>
                <a:cubicBezTo>
                  <a:pt x="-1256" y="607932"/>
                  <a:pt x="-32303" y="327125"/>
                  <a:pt x="0" y="167513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you need to install R</a:t>
            </a:r>
          </a:p>
        </p:txBody>
      </p:sp>
      <p:sp>
        <p:nvSpPr>
          <p:cNvPr id="165" name="Rectangle: Rounded Corners 164">
            <a:hlinkClick r:id="rId3"/>
            <a:extLst>
              <a:ext uri="{FF2B5EF4-FFF2-40B4-BE49-F238E27FC236}">
                <a16:creationId xmlns:a16="http://schemas.microsoft.com/office/drawing/2014/main" id="{E18E0C6C-DF41-F5BB-E99B-07D7F78A9468}"/>
              </a:ext>
            </a:extLst>
          </p:cNvPr>
          <p:cNvSpPr/>
          <p:nvPr/>
        </p:nvSpPr>
        <p:spPr>
          <a:xfrm>
            <a:off x="5026662" y="3165509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sp>
        <p:nvSpPr>
          <p:cNvPr id="167" name="Rectangle: Rounded Corners 166">
            <a:hlinkClick r:id="rId4"/>
            <a:extLst>
              <a:ext uri="{FF2B5EF4-FFF2-40B4-BE49-F238E27FC236}">
                <a16:creationId xmlns:a16="http://schemas.microsoft.com/office/drawing/2014/main" id="{2C358D5C-84DC-E6F3-6072-A454B4A6F02C}"/>
              </a:ext>
            </a:extLst>
          </p:cNvPr>
          <p:cNvSpPr/>
          <p:nvPr/>
        </p:nvSpPr>
        <p:spPr>
          <a:xfrm>
            <a:off x="5049169" y="4553526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B664FDCB-01F2-6F50-0287-D72BEF0737C1}"/>
              </a:ext>
            </a:extLst>
          </p:cNvPr>
          <p:cNvCxnSpPr>
            <a:cxnSpLocks/>
            <a:stCxn id="165" idx="3"/>
            <a:endCxn id="189" idx="0"/>
          </p:cNvCxnSpPr>
          <p:nvPr/>
        </p:nvCxnSpPr>
        <p:spPr>
          <a:xfrm flipH="1">
            <a:off x="2397075" y="3540501"/>
            <a:ext cx="4412388" cy="891696"/>
          </a:xfrm>
          <a:prstGeom prst="bentConnector4">
            <a:avLst>
              <a:gd name="adj1" fmla="val -5181"/>
              <a:gd name="adj2" fmla="val 71027"/>
            </a:avLst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4A45EE4-8F77-A9E0-B10A-E670DB8D8AF5}"/>
              </a:ext>
            </a:extLst>
          </p:cNvPr>
          <p:cNvCxnSpPr>
            <a:cxnSpLocks/>
            <a:stCxn id="160" idx="3"/>
            <a:endCxn id="165" idx="1"/>
          </p:cNvCxnSpPr>
          <p:nvPr/>
        </p:nvCxnSpPr>
        <p:spPr>
          <a:xfrm flipV="1">
            <a:off x="4073769" y="3540497"/>
            <a:ext cx="952897" cy="3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6AFB0CEC-C45F-16C3-B7D2-1D96142DE067}"/>
              </a:ext>
            </a:extLst>
          </p:cNvPr>
          <p:cNvCxnSpPr>
            <a:cxnSpLocks/>
            <a:stCxn id="189" idx="3"/>
            <a:endCxn id="167" idx="1"/>
          </p:cNvCxnSpPr>
          <p:nvPr/>
        </p:nvCxnSpPr>
        <p:spPr>
          <a:xfrm flipV="1">
            <a:off x="4073786" y="4928516"/>
            <a:ext cx="975403" cy="6207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1BB1A36C-D3DE-6779-160C-EB507B0E1C29}"/>
              </a:ext>
            </a:extLst>
          </p:cNvPr>
          <p:cNvSpPr/>
          <p:nvPr/>
        </p:nvSpPr>
        <p:spPr>
          <a:xfrm>
            <a:off x="720370" y="4432200"/>
            <a:ext cx="3353403" cy="1005056"/>
          </a:xfrm>
          <a:custGeom>
            <a:avLst/>
            <a:gdLst>
              <a:gd name="connsiteX0" fmla="*/ 0 w 3353403"/>
              <a:gd name="connsiteY0" fmla="*/ 167513 h 1005056"/>
              <a:gd name="connsiteX1" fmla="*/ 167513 w 3353403"/>
              <a:gd name="connsiteY1" fmla="*/ 0 h 1005056"/>
              <a:gd name="connsiteX2" fmla="*/ 710821 w 3353403"/>
              <a:gd name="connsiteY2" fmla="*/ 0 h 1005056"/>
              <a:gd name="connsiteX3" fmla="*/ 1254129 w 3353403"/>
              <a:gd name="connsiteY3" fmla="*/ 0 h 1005056"/>
              <a:gd name="connsiteX4" fmla="*/ 1797437 w 3353403"/>
              <a:gd name="connsiteY4" fmla="*/ 0 h 1005056"/>
              <a:gd name="connsiteX5" fmla="*/ 2310561 w 3353403"/>
              <a:gd name="connsiteY5" fmla="*/ 0 h 1005056"/>
              <a:gd name="connsiteX6" fmla="*/ 3185890 w 3353403"/>
              <a:gd name="connsiteY6" fmla="*/ 0 h 1005056"/>
              <a:gd name="connsiteX7" fmla="*/ 3353403 w 3353403"/>
              <a:gd name="connsiteY7" fmla="*/ 167513 h 1005056"/>
              <a:gd name="connsiteX8" fmla="*/ 3353403 w 3353403"/>
              <a:gd name="connsiteY8" fmla="*/ 837543 h 1005056"/>
              <a:gd name="connsiteX9" fmla="*/ 3185890 w 3353403"/>
              <a:gd name="connsiteY9" fmla="*/ 1005056 h 1005056"/>
              <a:gd name="connsiteX10" fmla="*/ 2521847 w 3353403"/>
              <a:gd name="connsiteY10" fmla="*/ 1005056 h 1005056"/>
              <a:gd name="connsiteX11" fmla="*/ 1948355 w 3353403"/>
              <a:gd name="connsiteY11" fmla="*/ 1005056 h 1005056"/>
              <a:gd name="connsiteX12" fmla="*/ 1374864 w 3353403"/>
              <a:gd name="connsiteY12" fmla="*/ 1005056 h 1005056"/>
              <a:gd name="connsiteX13" fmla="*/ 861740 w 3353403"/>
              <a:gd name="connsiteY13" fmla="*/ 1005056 h 1005056"/>
              <a:gd name="connsiteX14" fmla="*/ 167513 w 3353403"/>
              <a:gd name="connsiteY14" fmla="*/ 1005056 h 1005056"/>
              <a:gd name="connsiteX15" fmla="*/ 0 w 3353403"/>
              <a:gd name="connsiteY15" fmla="*/ 837543 h 1005056"/>
              <a:gd name="connsiteX16" fmla="*/ 0 w 3353403"/>
              <a:gd name="connsiteY16" fmla="*/ 167513 h 1005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3403" h="1005056" fill="none" extrusionOk="0">
                <a:moveTo>
                  <a:pt x="0" y="167513"/>
                </a:moveTo>
                <a:cubicBezTo>
                  <a:pt x="11800" y="90425"/>
                  <a:pt x="62122" y="1638"/>
                  <a:pt x="167513" y="0"/>
                </a:cubicBezTo>
                <a:cubicBezTo>
                  <a:pt x="371922" y="5453"/>
                  <a:pt x="449342" y="-2209"/>
                  <a:pt x="710821" y="0"/>
                </a:cubicBezTo>
                <a:cubicBezTo>
                  <a:pt x="972300" y="2209"/>
                  <a:pt x="997676" y="25944"/>
                  <a:pt x="1254129" y="0"/>
                </a:cubicBezTo>
                <a:cubicBezTo>
                  <a:pt x="1510582" y="-25944"/>
                  <a:pt x="1533382" y="12570"/>
                  <a:pt x="1797437" y="0"/>
                </a:cubicBezTo>
                <a:cubicBezTo>
                  <a:pt x="2061492" y="-12570"/>
                  <a:pt x="2094509" y="-14618"/>
                  <a:pt x="2310561" y="0"/>
                </a:cubicBezTo>
                <a:cubicBezTo>
                  <a:pt x="2526613" y="14618"/>
                  <a:pt x="3005112" y="356"/>
                  <a:pt x="3185890" y="0"/>
                </a:cubicBezTo>
                <a:cubicBezTo>
                  <a:pt x="3264308" y="-445"/>
                  <a:pt x="3353678" y="83027"/>
                  <a:pt x="3353403" y="167513"/>
                </a:cubicBezTo>
                <a:cubicBezTo>
                  <a:pt x="3366426" y="383790"/>
                  <a:pt x="3354862" y="646256"/>
                  <a:pt x="3353403" y="837543"/>
                </a:cubicBezTo>
                <a:cubicBezTo>
                  <a:pt x="3336667" y="919052"/>
                  <a:pt x="3262403" y="998068"/>
                  <a:pt x="3185890" y="1005056"/>
                </a:cubicBezTo>
                <a:cubicBezTo>
                  <a:pt x="2980305" y="1020290"/>
                  <a:pt x="2663265" y="1003443"/>
                  <a:pt x="2521847" y="1005056"/>
                </a:cubicBezTo>
                <a:cubicBezTo>
                  <a:pt x="2380429" y="1006669"/>
                  <a:pt x="2127428" y="1000531"/>
                  <a:pt x="1948355" y="1005056"/>
                </a:cubicBezTo>
                <a:cubicBezTo>
                  <a:pt x="1769282" y="1009581"/>
                  <a:pt x="1541950" y="1001955"/>
                  <a:pt x="1374864" y="1005056"/>
                </a:cubicBezTo>
                <a:cubicBezTo>
                  <a:pt x="1207778" y="1008157"/>
                  <a:pt x="1067906" y="999514"/>
                  <a:pt x="861740" y="1005056"/>
                </a:cubicBezTo>
                <a:cubicBezTo>
                  <a:pt x="655574" y="1010598"/>
                  <a:pt x="369538" y="998509"/>
                  <a:pt x="167513" y="1005056"/>
                </a:cubicBezTo>
                <a:cubicBezTo>
                  <a:pt x="81871" y="1016299"/>
                  <a:pt x="-117" y="919869"/>
                  <a:pt x="0" y="837543"/>
                </a:cubicBezTo>
                <a:cubicBezTo>
                  <a:pt x="30610" y="694830"/>
                  <a:pt x="-30479" y="444948"/>
                  <a:pt x="0" y="167513"/>
                </a:cubicBezTo>
                <a:close/>
              </a:path>
              <a:path w="3353403" h="1005056" stroke="0" extrusionOk="0">
                <a:moveTo>
                  <a:pt x="0" y="167513"/>
                </a:moveTo>
                <a:cubicBezTo>
                  <a:pt x="13561" y="87556"/>
                  <a:pt x="83054" y="-2238"/>
                  <a:pt x="167513" y="0"/>
                </a:cubicBezTo>
                <a:cubicBezTo>
                  <a:pt x="492252" y="-3501"/>
                  <a:pt x="576403" y="-15943"/>
                  <a:pt x="831556" y="0"/>
                </a:cubicBezTo>
                <a:cubicBezTo>
                  <a:pt x="1086709" y="15943"/>
                  <a:pt x="1144298" y="-20099"/>
                  <a:pt x="1344680" y="0"/>
                </a:cubicBezTo>
                <a:cubicBezTo>
                  <a:pt x="1545062" y="20099"/>
                  <a:pt x="1742520" y="-18691"/>
                  <a:pt x="1918172" y="0"/>
                </a:cubicBezTo>
                <a:cubicBezTo>
                  <a:pt x="2093824" y="18691"/>
                  <a:pt x="2255484" y="29286"/>
                  <a:pt x="2582215" y="0"/>
                </a:cubicBezTo>
                <a:cubicBezTo>
                  <a:pt x="2908946" y="-29286"/>
                  <a:pt x="2974682" y="-20396"/>
                  <a:pt x="3185890" y="0"/>
                </a:cubicBezTo>
                <a:cubicBezTo>
                  <a:pt x="3263041" y="13573"/>
                  <a:pt x="3357415" y="74794"/>
                  <a:pt x="3353403" y="167513"/>
                </a:cubicBezTo>
                <a:cubicBezTo>
                  <a:pt x="3343293" y="443512"/>
                  <a:pt x="3378139" y="633615"/>
                  <a:pt x="3353403" y="837543"/>
                </a:cubicBezTo>
                <a:cubicBezTo>
                  <a:pt x="3342517" y="911721"/>
                  <a:pt x="3273740" y="989240"/>
                  <a:pt x="3185890" y="1005056"/>
                </a:cubicBezTo>
                <a:cubicBezTo>
                  <a:pt x="3017905" y="1037658"/>
                  <a:pt x="2815414" y="1020213"/>
                  <a:pt x="2521847" y="1005056"/>
                </a:cubicBezTo>
                <a:cubicBezTo>
                  <a:pt x="2228280" y="989899"/>
                  <a:pt x="2258327" y="1021238"/>
                  <a:pt x="2008723" y="1005056"/>
                </a:cubicBezTo>
                <a:cubicBezTo>
                  <a:pt x="1759119" y="988874"/>
                  <a:pt x="1647538" y="991030"/>
                  <a:pt x="1344680" y="1005056"/>
                </a:cubicBezTo>
                <a:cubicBezTo>
                  <a:pt x="1041822" y="1019082"/>
                  <a:pt x="893477" y="1031591"/>
                  <a:pt x="771188" y="1005056"/>
                </a:cubicBezTo>
                <a:cubicBezTo>
                  <a:pt x="648899" y="978521"/>
                  <a:pt x="395123" y="1003040"/>
                  <a:pt x="167513" y="1005056"/>
                </a:cubicBezTo>
                <a:cubicBezTo>
                  <a:pt x="63566" y="987362"/>
                  <a:pt x="-17978" y="941673"/>
                  <a:pt x="0" y="837543"/>
                </a:cubicBezTo>
                <a:cubicBezTo>
                  <a:pt x="-1256" y="607932"/>
                  <a:pt x="-32303" y="327125"/>
                  <a:pt x="0" y="167513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use RStudio as the IDE to interact  with R</a:t>
            </a:r>
          </a:p>
        </p:txBody>
      </p:sp>
      <p:sp>
        <p:nvSpPr>
          <p:cNvPr id="194" name="Rectangle: Rounded Corners 193">
            <a:hlinkClick r:id="rId5"/>
            <a:extLst>
              <a:ext uri="{FF2B5EF4-FFF2-40B4-BE49-F238E27FC236}">
                <a16:creationId xmlns:a16="http://schemas.microsoft.com/office/drawing/2014/main" id="{1C5F7E85-B3CC-DDA0-268F-F46D484256DC}"/>
              </a:ext>
            </a:extLst>
          </p:cNvPr>
          <p:cNvSpPr/>
          <p:nvPr/>
        </p:nvSpPr>
        <p:spPr>
          <a:xfrm>
            <a:off x="5049285" y="5948779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C4A8097E-4406-41F4-9ADC-2449845480CA}"/>
              </a:ext>
            </a:extLst>
          </p:cNvPr>
          <p:cNvCxnSpPr>
            <a:cxnSpLocks/>
            <a:stCxn id="196" idx="3"/>
            <a:endCxn id="194" idx="1"/>
          </p:cNvCxnSpPr>
          <p:nvPr/>
        </p:nvCxnSpPr>
        <p:spPr>
          <a:xfrm flipV="1">
            <a:off x="4073781" y="6323765"/>
            <a:ext cx="975520" cy="5172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131AD033-4BF6-2CB9-2B20-6BCC9C88031E}"/>
              </a:ext>
            </a:extLst>
          </p:cNvPr>
          <p:cNvSpPr/>
          <p:nvPr/>
        </p:nvSpPr>
        <p:spPr>
          <a:xfrm>
            <a:off x="720370" y="5826420"/>
            <a:ext cx="3353403" cy="1005056"/>
          </a:xfrm>
          <a:custGeom>
            <a:avLst/>
            <a:gdLst>
              <a:gd name="connsiteX0" fmla="*/ 0 w 3353403"/>
              <a:gd name="connsiteY0" fmla="*/ 167513 h 1005056"/>
              <a:gd name="connsiteX1" fmla="*/ 167513 w 3353403"/>
              <a:gd name="connsiteY1" fmla="*/ 0 h 1005056"/>
              <a:gd name="connsiteX2" fmla="*/ 710821 w 3353403"/>
              <a:gd name="connsiteY2" fmla="*/ 0 h 1005056"/>
              <a:gd name="connsiteX3" fmla="*/ 1254129 w 3353403"/>
              <a:gd name="connsiteY3" fmla="*/ 0 h 1005056"/>
              <a:gd name="connsiteX4" fmla="*/ 1797437 w 3353403"/>
              <a:gd name="connsiteY4" fmla="*/ 0 h 1005056"/>
              <a:gd name="connsiteX5" fmla="*/ 2310561 w 3353403"/>
              <a:gd name="connsiteY5" fmla="*/ 0 h 1005056"/>
              <a:gd name="connsiteX6" fmla="*/ 3185890 w 3353403"/>
              <a:gd name="connsiteY6" fmla="*/ 0 h 1005056"/>
              <a:gd name="connsiteX7" fmla="*/ 3353403 w 3353403"/>
              <a:gd name="connsiteY7" fmla="*/ 167513 h 1005056"/>
              <a:gd name="connsiteX8" fmla="*/ 3353403 w 3353403"/>
              <a:gd name="connsiteY8" fmla="*/ 837543 h 1005056"/>
              <a:gd name="connsiteX9" fmla="*/ 3185890 w 3353403"/>
              <a:gd name="connsiteY9" fmla="*/ 1005056 h 1005056"/>
              <a:gd name="connsiteX10" fmla="*/ 2521847 w 3353403"/>
              <a:gd name="connsiteY10" fmla="*/ 1005056 h 1005056"/>
              <a:gd name="connsiteX11" fmla="*/ 1948355 w 3353403"/>
              <a:gd name="connsiteY11" fmla="*/ 1005056 h 1005056"/>
              <a:gd name="connsiteX12" fmla="*/ 1374864 w 3353403"/>
              <a:gd name="connsiteY12" fmla="*/ 1005056 h 1005056"/>
              <a:gd name="connsiteX13" fmla="*/ 861740 w 3353403"/>
              <a:gd name="connsiteY13" fmla="*/ 1005056 h 1005056"/>
              <a:gd name="connsiteX14" fmla="*/ 167513 w 3353403"/>
              <a:gd name="connsiteY14" fmla="*/ 1005056 h 1005056"/>
              <a:gd name="connsiteX15" fmla="*/ 0 w 3353403"/>
              <a:gd name="connsiteY15" fmla="*/ 837543 h 1005056"/>
              <a:gd name="connsiteX16" fmla="*/ 0 w 3353403"/>
              <a:gd name="connsiteY16" fmla="*/ 167513 h 1005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3403" h="1005056" fill="none" extrusionOk="0">
                <a:moveTo>
                  <a:pt x="0" y="167513"/>
                </a:moveTo>
                <a:cubicBezTo>
                  <a:pt x="11800" y="90425"/>
                  <a:pt x="62122" y="1638"/>
                  <a:pt x="167513" y="0"/>
                </a:cubicBezTo>
                <a:cubicBezTo>
                  <a:pt x="371922" y="5453"/>
                  <a:pt x="449342" y="-2209"/>
                  <a:pt x="710821" y="0"/>
                </a:cubicBezTo>
                <a:cubicBezTo>
                  <a:pt x="972300" y="2209"/>
                  <a:pt x="997676" y="25944"/>
                  <a:pt x="1254129" y="0"/>
                </a:cubicBezTo>
                <a:cubicBezTo>
                  <a:pt x="1510582" y="-25944"/>
                  <a:pt x="1533382" y="12570"/>
                  <a:pt x="1797437" y="0"/>
                </a:cubicBezTo>
                <a:cubicBezTo>
                  <a:pt x="2061492" y="-12570"/>
                  <a:pt x="2094509" y="-14618"/>
                  <a:pt x="2310561" y="0"/>
                </a:cubicBezTo>
                <a:cubicBezTo>
                  <a:pt x="2526613" y="14618"/>
                  <a:pt x="3005112" y="356"/>
                  <a:pt x="3185890" y="0"/>
                </a:cubicBezTo>
                <a:cubicBezTo>
                  <a:pt x="3264308" y="-445"/>
                  <a:pt x="3353678" y="83027"/>
                  <a:pt x="3353403" y="167513"/>
                </a:cubicBezTo>
                <a:cubicBezTo>
                  <a:pt x="3366426" y="383790"/>
                  <a:pt x="3354862" y="646256"/>
                  <a:pt x="3353403" y="837543"/>
                </a:cubicBezTo>
                <a:cubicBezTo>
                  <a:pt x="3336667" y="919052"/>
                  <a:pt x="3262403" y="998068"/>
                  <a:pt x="3185890" y="1005056"/>
                </a:cubicBezTo>
                <a:cubicBezTo>
                  <a:pt x="2980305" y="1020290"/>
                  <a:pt x="2663265" y="1003443"/>
                  <a:pt x="2521847" y="1005056"/>
                </a:cubicBezTo>
                <a:cubicBezTo>
                  <a:pt x="2380429" y="1006669"/>
                  <a:pt x="2127428" y="1000531"/>
                  <a:pt x="1948355" y="1005056"/>
                </a:cubicBezTo>
                <a:cubicBezTo>
                  <a:pt x="1769282" y="1009581"/>
                  <a:pt x="1541950" y="1001955"/>
                  <a:pt x="1374864" y="1005056"/>
                </a:cubicBezTo>
                <a:cubicBezTo>
                  <a:pt x="1207778" y="1008157"/>
                  <a:pt x="1067906" y="999514"/>
                  <a:pt x="861740" y="1005056"/>
                </a:cubicBezTo>
                <a:cubicBezTo>
                  <a:pt x="655574" y="1010598"/>
                  <a:pt x="369538" y="998509"/>
                  <a:pt x="167513" y="1005056"/>
                </a:cubicBezTo>
                <a:cubicBezTo>
                  <a:pt x="81871" y="1016299"/>
                  <a:pt x="-117" y="919869"/>
                  <a:pt x="0" y="837543"/>
                </a:cubicBezTo>
                <a:cubicBezTo>
                  <a:pt x="30610" y="694830"/>
                  <a:pt x="-30479" y="444948"/>
                  <a:pt x="0" y="167513"/>
                </a:cubicBezTo>
                <a:close/>
              </a:path>
              <a:path w="3353403" h="1005056" stroke="0" extrusionOk="0">
                <a:moveTo>
                  <a:pt x="0" y="167513"/>
                </a:moveTo>
                <a:cubicBezTo>
                  <a:pt x="13561" y="87556"/>
                  <a:pt x="83054" y="-2238"/>
                  <a:pt x="167513" y="0"/>
                </a:cubicBezTo>
                <a:cubicBezTo>
                  <a:pt x="492252" y="-3501"/>
                  <a:pt x="576403" y="-15943"/>
                  <a:pt x="831556" y="0"/>
                </a:cubicBezTo>
                <a:cubicBezTo>
                  <a:pt x="1086709" y="15943"/>
                  <a:pt x="1144298" y="-20099"/>
                  <a:pt x="1344680" y="0"/>
                </a:cubicBezTo>
                <a:cubicBezTo>
                  <a:pt x="1545062" y="20099"/>
                  <a:pt x="1742520" y="-18691"/>
                  <a:pt x="1918172" y="0"/>
                </a:cubicBezTo>
                <a:cubicBezTo>
                  <a:pt x="2093824" y="18691"/>
                  <a:pt x="2255484" y="29286"/>
                  <a:pt x="2582215" y="0"/>
                </a:cubicBezTo>
                <a:cubicBezTo>
                  <a:pt x="2908946" y="-29286"/>
                  <a:pt x="2974682" y="-20396"/>
                  <a:pt x="3185890" y="0"/>
                </a:cubicBezTo>
                <a:cubicBezTo>
                  <a:pt x="3263041" y="13573"/>
                  <a:pt x="3357415" y="74794"/>
                  <a:pt x="3353403" y="167513"/>
                </a:cubicBezTo>
                <a:cubicBezTo>
                  <a:pt x="3343293" y="443512"/>
                  <a:pt x="3378139" y="633615"/>
                  <a:pt x="3353403" y="837543"/>
                </a:cubicBezTo>
                <a:cubicBezTo>
                  <a:pt x="3342517" y="911721"/>
                  <a:pt x="3273740" y="989240"/>
                  <a:pt x="3185890" y="1005056"/>
                </a:cubicBezTo>
                <a:cubicBezTo>
                  <a:pt x="3017905" y="1037658"/>
                  <a:pt x="2815414" y="1020213"/>
                  <a:pt x="2521847" y="1005056"/>
                </a:cubicBezTo>
                <a:cubicBezTo>
                  <a:pt x="2228280" y="989899"/>
                  <a:pt x="2258327" y="1021238"/>
                  <a:pt x="2008723" y="1005056"/>
                </a:cubicBezTo>
                <a:cubicBezTo>
                  <a:pt x="1759119" y="988874"/>
                  <a:pt x="1647538" y="991030"/>
                  <a:pt x="1344680" y="1005056"/>
                </a:cubicBezTo>
                <a:cubicBezTo>
                  <a:pt x="1041822" y="1019082"/>
                  <a:pt x="893477" y="1031591"/>
                  <a:pt x="771188" y="1005056"/>
                </a:cubicBezTo>
                <a:cubicBezTo>
                  <a:pt x="648899" y="978521"/>
                  <a:pt x="395123" y="1003040"/>
                  <a:pt x="167513" y="1005056"/>
                </a:cubicBezTo>
                <a:cubicBezTo>
                  <a:pt x="63566" y="987362"/>
                  <a:pt x="-17978" y="941673"/>
                  <a:pt x="0" y="837543"/>
                </a:cubicBezTo>
                <a:cubicBezTo>
                  <a:pt x="-1256" y="607932"/>
                  <a:pt x="-32303" y="327125"/>
                  <a:pt x="0" y="167513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need some libraries to process and analyse the  data</a:t>
            </a:r>
          </a:p>
        </p:txBody>
      </p: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04DEF487-4D68-4A86-7001-E6BFC68AAA94}"/>
              </a:ext>
            </a:extLst>
          </p:cNvPr>
          <p:cNvCxnSpPr>
            <a:cxnSpLocks/>
            <a:stCxn id="167" idx="3"/>
            <a:endCxn id="196" idx="0"/>
          </p:cNvCxnSpPr>
          <p:nvPr/>
        </p:nvCxnSpPr>
        <p:spPr>
          <a:xfrm flipH="1">
            <a:off x="2397066" y="4928519"/>
            <a:ext cx="4434892" cy="897895"/>
          </a:xfrm>
          <a:prstGeom prst="bentConnector4">
            <a:avLst>
              <a:gd name="adj1" fmla="val -5155"/>
              <a:gd name="adj2" fmla="val 70881"/>
            </a:avLst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9" name="Oval 238">
            <a:extLst>
              <a:ext uri="{FF2B5EF4-FFF2-40B4-BE49-F238E27FC236}">
                <a16:creationId xmlns:a16="http://schemas.microsoft.com/office/drawing/2014/main" id="{C7B4A8E9-48E6-E56C-94AA-335BCD028649}"/>
              </a:ext>
            </a:extLst>
          </p:cNvPr>
          <p:cNvSpPr/>
          <p:nvPr/>
        </p:nvSpPr>
        <p:spPr>
          <a:xfrm>
            <a:off x="7074972" y="4886407"/>
            <a:ext cx="47610" cy="95219"/>
          </a:xfrm>
          <a:prstGeom prst="ellipse">
            <a:avLst/>
          </a:prstGeom>
          <a:solidFill>
            <a:srgbClr val="4DCA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1"/>
          </a:p>
        </p:txBody>
      </p:sp>
      <p:cxnSp>
        <p:nvCxnSpPr>
          <p:cNvPr id="304" name="Connector: Elbow 303">
            <a:extLst>
              <a:ext uri="{FF2B5EF4-FFF2-40B4-BE49-F238E27FC236}">
                <a16:creationId xmlns:a16="http://schemas.microsoft.com/office/drawing/2014/main" id="{822D1E2E-9485-3C91-2BB2-2AC81CEFBC67}"/>
              </a:ext>
            </a:extLst>
          </p:cNvPr>
          <p:cNvCxnSpPr>
            <a:cxnSpLocks/>
            <a:stCxn id="59" idx="3"/>
            <a:endCxn id="15" idx="1"/>
          </p:cNvCxnSpPr>
          <p:nvPr/>
        </p:nvCxnSpPr>
        <p:spPr>
          <a:xfrm flipV="1">
            <a:off x="7388697" y="6421224"/>
            <a:ext cx="1207179" cy="2088369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0" name="Rectangle: Rounded Corners 329">
            <a:extLst>
              <a:ext uri="{FF2B5EF4-FFF2-40B4-BE49-F238E27FC236}">
                <a16:creationId xmlns:a16="http://schemas.microsoft.com/office/drawing/2014/main" id="{06E73439-4535-5659-0077-DCB1656E74B8}"/>
              </a:ext>
            </a:extLst>
          </p:cNvPr>
          <p:cNvSpPr/>
          <p:nvPr/>
        </p:nvSpPr>
        <p:spPr>
          <a:xfrm>
            <a:off x="409434" y="7962323"/>
            <a:ext cx="3428900" cy="1094532"/>
          </a:xfrm>
          <a:custGeom>
            <a:avLst/>
            <a:gdLst>
              <a:gd name="connsiteX0" fmla="*/ 0 w 3428900"/>
              <a:gd name="connsiteY0" fmla="*/ 182426 h 1094532"/>
              <a:gd name="connsiteX1" fmla="*/ 182426 w 3428900"/>
              <a:gd name="connsiteY1" fmla="*/ 0 h 1094532"/>
              <a:gd name="connsiteX2" fmla="*/ 3246474 w 3428900"/>
              <a:gd name="connsiteY2" fmla="*/ 0 h 1094532"/>
              <a:gd name="connsiteX3" fmla="*/ 3428900 w 3428900"/>
              <a:gd name="connsiteY3" fmla="*/ 182426 h 1094532"/>
              <a:gd name="connsiteX4" fmla="*/ 3428900 w 3428900"/>
              <a:gd name="connsiteY4" fmla="*/ 912106 h 1094532"/>
              <a:gd name="connsiteX5" fmla="*/ 3246474 w 3428900"/>
              <a:gd name="connsiteY5" fmla="*/ 1094532 h 1094532"/>
              <a:gd name="connsiteX6" fmla="*/ 182426 w 3428900"/>
              <a:gd name="connsiteY6" fmla="*/ 1094532 h 1094532"/>
              <a:gd name="connsiteX7" fmla="*/ 0 w 3428900"/>
              <a:gd name="connsiteY7" fmla="*/ 912106 h 1094532"/>
              <a:gd name="connsiteX8" fmla="*/ 0 w 3428900"/>
              <a:gd name="connsiteY8" fmla="*/ 182426 h 1094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8900" h="1094532" fill="none" extrusionOk="0">
                <a:moveTo>
                  <a:pt x="0" y="182426"/>
                </a:moveTo>
                <a:cubicBezTo>
                  <a:pt x="-17217" y="82870"/>
                  <a:pt x="84073" y="-218"/>
                  <a:pt x="182426" y="0"/>
                </a:cubicBezTo>
                <a:cubicBezTo>
                  <a:pt x="613959" y="-76428"/>
                  <a:pt x="1972641" y="-98079"/>
                  <a:pt x="3246474" y="0"/>
                </a:cubicBezTo>
                <a:cubicBezTo>
                  <a:pt x="3347502" y="3373"/>
                  <a:pt x="3419856" y="78200"/>
                  <a:pt x="3428900" y="182426"/>
                </a:cubicBezTo>
                <a:cubicBezTo>
                  <a:pt x="3442537" y="269601"/>
                  <a:pt x="3375813" y="776809"/>
                  <a:pt x="3428900" y="912106"/>
                </a:cubicBezTo>
                <a:cubicBezTo>
                  <a:pt x="3430103" y="1006610"/>
                  <a:pt x="3359007" y="1104012"/>
                  <a:pt x="3246474" y="1094532"/>
                </a:cubicBezTo>
                <a:cubicBezTo>
                  <a:pt x="1930688" y="1048585"/>
                  <a:pt x="623131" y="1173693"/>
                  <a:pt x="182426" y="1094532"/>
                </a:cubicBezTo>
                <a:cubicBezTo>
                  <a:pt x="96468" y="1101640"/>
                  <a:pt x="7642" y="1000770"/>
                  <a:pt x="0" y="912106"/>
                </a:cubicBezTo>
                <a:cubicBezTo>
                  <a:pt x="6154" y="597220"/>
                  <a:pt x="32344" y="348160"/>
                  <a:pt x="0" y="182426"/>
                </a:cubicBezTo>
                <a:close/>
              </a:path>
              <a:path w="3428900" h="1094532" stroke="0" extrusionOk="0">
                <a:moveTo>
                  <a:pt x="0" y="182426"/>
                </a:moveTo>
                <a:cubicBezTo>
                  <a:pt x="-17013" y="83023"/>
                  <a:pt x="87256" y="90"/>
                  <a:pt x="182426" y="0"/>
                </a:cubicBezTo>
                <a:cubicBezTo>
                  <a:pt x="1248207" y="-105081"/>
                  <a:pt x="2035802" y="-87976"/>
                  <a:pt x="3246474" y="0"/>
                </a:cubicBezTo>
                <a:cubicBezTo>
                  <a:pt x="3338015" y="9902"/>
                  <a:pt x="3443056" y="76285"/>
                  <a:pt x="3428900" y="182426"/>
                </a:cubicBezTo>
                <a:cubicBezTo>
                  <a:pt x="3463394" y="421433"/>
                  <a:pt x="3493722" y="627737"/>
                  <a:pt x="3428900" y="912106"/>
                </a:cubicBezTo>
                <a:cubicBezTo>
                  <a:pt x="3423924" y="1008890"/>
                  <a:pt x="3345092" y="1110603"/>
                  <a:pt x="3246474" y="1094532"/>
                </a:cubicBezTo>
                <a:cubicBezTo>
                  <a:pt x="2076588" y="1215560"/>
                  <a:pt x="622696" y="1214623"/>
                  <a:pt x="182426" y="1094532"/>
                </a:cubicBezTo>
                <a:cubicBezTo>
                  <a:pt x="99197" y="1098529"/>
                  <a:pt x="-7521" y="1027665"/>
                  <a:pt x="0" y="912106"/>
                </a:cubicBezTo>
                <a:cubicBezTo>
                  <a:pt x="-15789" y="565960"/>
                  <a:pt x="-33000" y="514761"/>
                  <a:pt x="0" y="182426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checks</a:t>
            </a:r>
          </a:p>
          <a:p>
            <a:pPr algn="just"/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double check you R installation you can test it by running a small script</a:t>
            </a:r>
          </a:p>
        </p:txBody>
      </p: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B8C07C79-7EFF-6FE1-6526-5CC9627CA14E}"/>
              </a:ext>
            </a:extLst>
          </p:cNvPr>
          <p:cNvCxnSpPr>
            <a:cxnSpLocks/>
            <a:stCxn id="59" idx="1"/>
            <a:endCxn id="330" idx="3"/>
          </p:cNvCxnSpPr>
          <p:nvPr/>
        </p:nvCxnSpPr>
        <p:spPr>
          <a:xfrm flipH="1" flipV="1">
            <a:off x="3838339" y="8509589"/>
            <a:ext cx="1076759" cy="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6" name="Rectangle: Rounded Corners 345">
            <a:hlinkClick r:id="rId6"/>
            <a:extLst>
              <a:ext uri="{FF2B5EF4-FFF2-40B4-BE49-F238E27FC236}">
                <a16:creationId xmlns:a16="http://schemas.microsoft.com/office/drawing/2014/main" id="{6809C222-3E55-5E9F-E93B-09A77EF2B877}"/>
              </a:ext>
            </a:extLst>
          </p:cNvPr>
          <p:cNvSpPr/>
          <p:nvPr/>
        </p:nvSpPr>
        <p:spPr>
          <a:xfrm>
            <a:off x="1189060" y="9710022"/>
            <a:ext cx="1872679" cy="617314"/>
          </a:xfrm>
          <a:custGeom>
            <a:avLst/>
            <a:gdLst>
              <a:gd name="connsiteX0" fmla="*/ 0 w 1872679"/>
              <a:gd name="connsiteY0" fmla="*/ 102888 h 617314"/>
              <a:gd name="connsiteX1" fmla="*/ 102888 w 1872679"/>
              <a:gd name="connsiteY1" fmla="*/ 0 h 617314"/>
              <a:gd name="connsiteX2" fmla="*/ 675191 w 1872679"/>
              <a:gd name="connsiteY2" fmla="*/ 0 h 617314"/>
              <a:gd name="connsiteX3" fmla="*/ 1197488 w 1872679"/>
              <a:gd name="connsiteY3" fmla="*/ 0 h 617314"/>
              <a:gd name="connsiteX4" fmla="*/ 1769791 w 1872679"/>
              <a:gd name="connsiteY4" fmla="*/ 0 h 617314"/>
              <a:gd name="connsiteX5" fmla="*/ 1872679 w 1872679"/>
              <a:gd name="connsiteY5" fmla="*/ 102888 h 617314"/>
              <a:gd name="connsiteX6" fmla="*/ 1872679 w 1872679"/>
              <a:gd name="connsiteY6" fmla="*/ 514426 h 617314"/>
              <a:gd name="connsiteX7" fmla="*/ 1769791 w 1872679"/>
              <a:gd name="connsiteY7" fmla="*/ 617314 h 617314"/>
              <a:gd name="connsiteX8" fmla="*/ 1180819 w 1872679"/>
              <a:gd name="connsiteY8" fmla="*/ 617314 h 617314"/>
              <a:gd name="connsiteX9" fmla="*/ 641853 w 1872679"/>
              <a:gd name="connsiteY9" fmla="*/ 617314 h 617314"/>
              <a:gd name="connsiteX10" fmla="*/ 102888 w 1872679"/>
              <a:gd name="connsiteY10" fmla="*/ 617314 h 617314"/>
              <a:gd name="connsiteX11" fmla="*/ 0 w 1872679"/>
              <a:gd name="connsiteY11" fmla="*/ 514426 h 617314"/>
              <a:gd name="connsiteX12" fmla="*/ 0 w 1872679"/>
              <a:gd name="connsiteY12" fmla="*/ 102888 h 617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2679" h="617314" fill="none" extrusionOk="0">
                <a:moveTo>
                  <a:pt x="0" y="102888"/>
                </a:moveTo>
                <a:cubicBezTo>
                  <a:pt x="-1077" y="42048"/>
                  <a:pt x="39983" y="-10041"/>
                  <a:pt x="102888" y="0"/>
                </a:cubicBezTo>
                <a:cubicBezTo>
                  <a:pt x="369770" y="13698"/>
                  <a:pt x="390755" y="22109"/>
                  <a:pt x="675191" y="0"/>
                </a:cubicBezTo>
                <a:cubicBezTo>
                  <a:pt x="959627" y="-22109"/>
                  <a:pt x="953737" y="-12162"/>
                  <a:pt x="1197488" y="0"/>
                </a:cubicBezTo>
                <a:cubicBezTo>
                  <a:pt x="1441239" y="12162"/>
                  <a:pt x="1484621" y="-12952"/>
                  <a:pt x="1769791" y="0"/>
                </a:cubicBezTo>
                <a:cubicBezTo>
                  <a:pt x="1830733" y="-1764"/>
                  <a:pt x="1867964" y="48417"/>
                  <a:pt x="1872679" y="102888"/>
                </a:cubicBezTo>
                <a:cubicBezTo>
                  <a:pt x="1859368" y="238557"/>
                  <a:pt x="1878099" y="393290"/>
                  <a:pt x="1872679" y="514426"/>
                </a:cubicBezTo>
                <a:cubicBezTo>
                  <a:pt x="1870635" y="579348"/>
                  <a:pt x="1838458" y="619464"/>
                  <a:pt x="1769791" y="617314"/>
                </a:cubicBezTo>
                <a:cubicBezTo>
                  <a:pt x="1577707" y="623635"/>
                  <a:pt x="1309272" y="640041"/>
                  <a:pt x="1180819" y="617314"/>
                </a:cubicBezTo>
                <a:cubicBezTo>
                  <a:pt x="1052366" y="594587"/>
                  <a:pt x="820141" y="609697"/>
                  <a:pt x="641853" y="617314"/>
                </a:cubicBezTo>
                <a:cubicBezTo>
                  <a:pt x="463565" y="624931"/>
                  <a:pt x="368709" y="640620"/>
                  <a:pt x="102888" y="617314"/>
                </a:cubicBezTo>
                <a:cubicBezTo>
                  <a:pt x="55262" y="618602"/>
                  <a:pt x="-1189" y="570764"/>
                  <a:pt x="0" y="514426"/>
                </a:cubicBezTo>
                <a:cubicBezTo>
                  <a:pt x="18866" y="422918"/>
                  <a:pt x="-18710" y="214865"/>
                  <a:pt x="0" y="102888"/>
                </a:cubicBezTo>
                <a:close/>
              </a:path>
              <a:path w="1872679" h="617314" stroke="0" extrusionOk="0">
                <a:moveTo>
                  <a:pt x="0" y="102888"/>
                </a:moveTo>
                <a:cubicBezTo>
                  <a:pt x="4947" y="50647"/>
                  <a:pt x="57027" y="-3045"/>
                  <a:pt x="102888" y="0"/>
                </a:cubicBezTo>
                <a:cubicBezTo>
                  <a:pt x="224744" y="19279"/>
                  <a:pt x="561184" y="10863"/>
                  <a:pt x="691860" y="0"/>
                </a:cubicBezTo>
                <a:cubicBezTo>
                  <a:pt x="822536" y="-10863"/>
                  <a:pt x="1008229" y="17141"/>
                  <a:pt x="1197488" y="0"/>
                </a:cubicBezTo>
                <a:cubicBezTo>
                  <a:pt x="1386747" y="-17141"/>
                  <a:pt x="1493666" y="-28242"/>
                  <a:pt x="1769791" y="0"/>
                </a:cubicBezTo>
                <a:cubicBezTo>
                  <a:pt x="1829585" y="9564"/>
                  <a:pt x="1868251" y="46082"/>
                  <a:pt x="1872679" y="102888"/>
                </a:cubicBezTo>
                <a:cubicBezTo>
                  <a:pt x="1884502" y="187663"/>
                  <a:pt x="1883884" y="380612"/>
                  <a:pt x="1872679" y="514426"/>
                </a:cubicBezTo>
                <a:cubicBezTo>
                  <a:pt x="1877989" y="562248"/>
                  <a:pt x="1831956" y="624936"/>
                  <a:pt x="1769791" y="617314"/>
                </a:cubicBezTo>
                <a:cubicBezTo>
                  <a:pt x="1549738" y="621860"/>
                  <a:pt x="1307919" y="639859"/>
                  <a:pt x="1180819" y="617314"/>
                </a:cubicBezTo>
                <a:cubicBezTo>
                  <a:pt x="1053719" y="594769"/>
                  <a:pt x="808260" y="625062"/>
                  <a:pt x="658522" y="617314"/>
                </a:cubicBezTo>
                <a:cubicBezTo>
                  <a:pt x="508784" y="609566"/>
                  <a:pt x="347545" y="613626"/>
                  <a:pt x="102888" y="617314"/>
                </a:cubicBezTo>
                <a:cubicBezTo>
                  <a:pt x="43448" y="626673"/>
                  <a:pt x="-3833" y="571840"/>
                  <a:pt x="0" y="514426"/>
                </a:cubicBezTo>
                <a:cubicBezTo>
                  <a:pt x="-4540" y="398661"/>
                  <a:pt x="-5513" y="293339"/>
                  <a:pt x="0" y="10288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the check</a:t>
            </a:r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861F0CE3-0B2A-7E23-9376-9E2C88802F94}"/>
              </a:ext>
            </a:extLst>
          </p:cNvPr>
          <p:cNvCxnSpPr>
            <a:cxnSpLocks/>
            <a:stCxn id="330" idx="2"/>
            <a:endCxn id="346" idx="0"/>
          </p:cNvCxnSpPr>
          <p:nvPr/>
        </p:nvCxnSpPr>
        <p:spPr>
          <a:xfrm>
            <a:off x="2123886" y="9056855"/>
            <a:ext cx="1510" cy="65316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6EA7600C-6C54-3105-A18C-9017A16B3D21}"/>
              </a:ext>
            </a:extLst>
          </p:cNvPr>
          <p:cNvSpPr/>
          <p:nvPr/>
        </p:nvSpPr>
        <p:spPr>
          <a:xfrm>
            <a:off x="4815515" y="10998923"/>
            <a:ext cx="3396034" cy="1094532"/>
          </a:xfrm>
          <a:custGeom>
            <a:avLst/>
            <a:gdLst>
              <a:gd name="connsiteX0" fmla="*/ 0 w 3396034"/>
              <a:gd name="connsiteY0" fmla="*/ 240480 h 1094532"/>
              <a:gd name="connsiteX1" fmla="*/ 240480 w 3396034"/>
              <a:gd name="connsiteY1" fmla="*/ 0 h 1094532"/>
              <a:gd name="connsiteX2" fmla="*/ 3155554 w 3396034"/>
              <a:gd name="connsiteY2" fmla="*/ 0 h 1094532"/>
              <a:gd name="connsiteX3" fmla="*/ 3396034 w 3396034"/>
              <a:gd name="connsiteY3" fmla="*/ 240480 h 1094532"/>
              <a:gd name="connsiteX4" fmla="*/ 3396034 w 3396034"/>
              <a:gd name="connsiteY4" fmla="*/ 854052 h 1094532"/>
              <a:gd name="connsiteX5" fmla="*/ 3155554 w 3396034"/>
              <a:gd name="connsiteY5" fmla="*/ 1094532 h 1094532"/>
              <a:gd name="connsiteX6" fmla="*/ 240480 w 3396034"/>
              <a:gd name="connsiteY6" fmla="*/ 1094532 h 1094532"/>
              <a:gd name="connsiteX7" fmla="*/ 0 w 3396034"/>
              <a:gd name="connsiteY7" fmla="*/ 854052 h 1094532"/>
              <a:gd name="connsiteX8" fmla="*/ 0 w 3396034"/>
              <a:gd name="connsiteY8" fmla="*/ 240480 h 1094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96034" h="1094532" fill="none" extrusionOk="0">
                <a:moveTo>
                  <a:pt x="0" y="240480"/>
                </a:moveTo>
                <a:cubicBezTo>
                  <a:pt x="-6376" y="108109"/>
                  <a:pt x="127078" y="-1768"/>
                  <a:pt x="240480" y="0"/>
                </a:cubicBezTo>
                <a:cubicBezTo>
                  <a:pt x="846812" y="-76428"/>
                  <a:pt x="2138613" y="-98079"/>
                  <a:pt x="3155554" y="0"/>
                </a:cubicBezTo>
                <a:cubicBezTo>
                  <a:pt x="3289871" y="18310"/>
                  <a:pt x="3392521" y="106317"/>
                  <a:pt x="3396034" y="240480"/>
                </a:cubicBezTo>
                <a:cubicBezTo>
                  <a:pt x="3358829" y="318151"/>
                  <a:pt x="3417339" y="652471"/>
                  <a:pt x="3396034" y="854052"/>
                </a:cubicBezTo>
                <a:cubicBezTo>
                  <a:pt x="3397172" y="980954"/>
                  <a:pt x="3293437" y="1098612"/>
                  <a:pt x="3155554" y="1094532"/>
                </a:cubicBezTo>
                <a:cubicBezTo>
                  <a:pt x="2140387" y="1048585"/>
                  <a:pt x="694919" y="1173693"/>
                  <a:pt x="240480" y="1094532"/>
                </a:cubicBezTo>
                <a:cubicBezTo>
                  <a:pt x="122292" y="1101559"/>
                  <a:pt x="9236" y="972255"/>
                  <a:pt x="0" y="854052"/>
                </a:cubicBezTo>
                <a:cubicBezTo>
                  <a:pt x="25710" y="606882"/>
                  <a:pt x="-28310" y="329664"/>
                  <a:pt x="0" y="240480"/>
                </a:cubicBezTo>
                <a:close/>
              </a:path>
              <a:path w="3396034" h="1094532" stroke="0" extrusionOk="0">
                <a:moveTo>
                  <a:pt x="0" y="240480"/>
                </a:moveTo>
                <a:cubicBezTo>
                  <a:pt x="-26346" y="109755"/>
                  <a:pt x="122919" y="247"/>
                  <a:pt x="240480" y="0"/>
                </a:cubicBezTo>
                <a:cubicBezTo>
                  <a:pt x="1076682" y="-105081"/>
                  <a:pt x="2044083" y="-87976"/>
                  <a:pt x="3155554" y="0"/>
                </a:cubicBezTo>
                <a:cubicBezTo>
                  <a:pt x="3274997" y="14374"/>
                  <a:pt x="3406157" y="103813"/>
                  <a:pt x="3396034" y="240480"/>
                </a:cubicBezTo>
                <a:cubicBezTo>
                  <a:pt x="3383561" y="421591"/>
                  <a:pt x="3399754" y="785952"/>
                  <a:pt x="3396034" y="854052"/>
                </a:cubicBezTo>
                <a:cubicBezTo>
                  <a:pt x="3390143" y="982168"/>
                  <a:pt x="3285191" y="1118457"/>
                  <a:pt x="3155554" y="1094532"/>
                </a:cubicBezTo>
                <a:cubicBezTo>
                  <a:pt x="1921207" y="1215560"/>
                  <a:pt x="1601854" y="1214623"/>
                  <a:pt x="240480" y="1094532"/>
                </a:cubicBezTo>
                <a:cubicBezTo>
                  <a:pt x="126754" y="1098886"/>
                  <a:pt x="-2542" y="991870"/>
                  <a:pt x="0" y="854052"/>
                </a:cubicBezTo>
                <a:cubicBezTo>
                  <a:pt x="-5648" y="758395"/>
                  <a:pt x="52474" y="322533"/>
                  <a:pt x="0" y="240480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2197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8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Did everything go well? Did you see the OK message?</a:t>
            </a:r>
          </a:p>
        </p:txBody>
      </p:sp>
      <p:sp>
        <p:nvSpPr>
          <p:cNvPr id="417" name="Rectangle: Rounded Corners 416">
            <a:hlinkClick r:id="rId7"/>
            <a:extLst>
              <a:ext uri="{FF2B5EF4-FFF2-40B4-BE49-F238E27FC236}">
                <a16:creationId xmlns:a16="http://schemas.microsoft.com/office/drawing/2014/main" id="{C673FA4E-BE89-1311-DCFA-DAD53A6CE2E9}"/>
              </a:ext>
            </a:extLst>
          </p:cNvPr>
          <p:cNvSpPr/>
          <p:nvPr/>
        </p:nvSpPr>
        <p:spPr>
          <a:xfrm>
            <a:off x="3350122" y="12788777"/>
            <a:ext cx="6326837" cy="1656168"/>
          </a:xfrm>
          <a:custGeom>
            <a:avLst/>
            <a:gdLst>
              <a:gd name="connsiteX0" fmla="*/ 0 w 6326837"/>
              <a:gd name="connsiteY0" fmla="*/ 363877 h 1656168"/>
              <a:gd name="connsiteX1" fmla="*/ 363877 w 6326837"/>
              <a:gd name="connsiteY1" fmla="*/ 0 h 1656168"/>
              <a:gd name="connsiteX2" fmla="*/ 5962960 w 6326837"/>
              <a:gd name="connsiteY2" fmla="*/ 0 h 1656168"/>
              <a:gd name="connsiteX3" fmla="*/ 6326837 w 6326837"/>
              <a:gd name="connsiteY3" fmla="*/ 363877 h 1656168"/>
              <a:gd name="connsiteX4" fmla="*/ 6326837 w 6326837"/>
              <a:gd name="connsiteY4" fmla="*/ 1292291 h 1656168"/>
              <a:gd name="connsiteX5" fmla="*/ 5962960 w 6326837"/>
              <a:gd name="connsiteY5" fmla="*/ 1656168 h 1656168"/>
              <a:gd name="connsiteX6" fmla="*/ 363877 w 6326837"/>
              <a:gd name="connsiteY6" fmla="*/ 1656168 h 1656168"/>
              <a:gd name="connsiteX7" fmla="*/ 0 w 6326837"/>
              <a:gd name="connsiteY7" fmla="*/ 1292291 h 1656168"/>
              <a:gd name="connsiteX8" fmla="*/ 0 w 6326837"/>
              <a:gd name="connsiteY8" fmla="*/ 363877 h 165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26837" h="1656168" fill="none" extrusionOk="0">
                <a:moveTo>
                  <a:pt x="0" y="363877"/>
                </a:moveTo>
                <a:cubicBezTo>
                  <a:pt x="-39851" y="165678"/>
                  <a:pt x="196178" y="-3030"/>
                  <a:pt x="363877" y="0"/>
                </a:cubicBezTo>
                <a:cubicBezTo>
                  <a:pt x="2047957" y="-76428"/>
                  <a:pt x="4246935" y="-98079"/>
                  <a:pt x="5962960" y="0"/>
                </a:cubicBezTo>
                <a:cubicBezTo>
                  <a:pt x="6166415" y="30328"/>
                  <a:pt x="6291420" y="149306"/>
                  <a:pt x="6326837" y="363877"/>
                </a:cubicBezTo>
                <a:cubicBezTo>
                  <a:pt x="6257487" y="464901"/>
                  <a:pt x="6277277" y="1160087"/>
                  <a:pt x="6326837" y="1292291"/>
                </a:cubicBezTo>
                <a:cubicBezTo>
                  <a:pt x="6332184" y="1465484"/>
                  <a:pt x="6189742" y="1676942"/>
                  <a:pt x="5962960" y="1656168"/>
                </a:cubicBezTo>
                <a:cubicBezTo>
                  <a:pt x="3849768" y="1610221"/>
                  <a:pt x="3081777" y="1735329"/>
                  <a:pt x="363877" y="1656168"/>
                </a:cubicBezTo>
                <a:cubicBezTo>
                  <a:pt x="186881" y="1667685"/>
                  <a:pt x="21168" y="1459772"/>
                  <a:pt x="0" y="1292291"/>
                </a:cubicBezTo>
                <a:cubicBezTo>
                  <a:pt x="544" y="998466"/>
                  <a:pt x="-2138" y="639421"/>
                  <a:pt x="0" y="363877"/>
                </a:cubicBezTo>
                <a:close/>
              </a:path>
              <a:path w="6326837" h="1656168" stroke="0" extrusionOk="0">
                <a:moveTo>
                  <a:pt x="0" y="363877"/>
                </a:moveTo>
                <a:cubicBezTo>
                  <a:pt x="-10500" y="163745"/>
                  <a:pt x="202960" y="649"/>
                  <a:pt x="363877" y="0"/>
                </a:cubicBezTo>
                <a:cubicBezTo>
                  <a:pt x="2106738" y="-105081"/>
                  <a:pt x="5176724" y="-87976"/>
                  <a:pt x="5962960" y="0"/>
                </a:cubicBezTo>
                <a:cubicBezTo>
                  <a:pt x="6155092" y="9495"/>
                  <a:pt x="6333010" y="160563"/>
                  <a:pt x="6326837" y="363877"/>
                </a:cubicBezTo>
                <a:cubicBezTo>
                  <a:pt x="6332264" y="547878"/>
                  <a:pt x="6292150" y="1060667"/>
                  <a:pt x="6326837" y="1292291"/>
                </a:cubicBezTo>
                <a:cubicBezTo>
                  <a:pt x="6307424" y="1477778"/>
                  <a:pt x="6158672" y="1695734"/>
                  <a:pt x="5962960" y="1656168"/>
                </a:cubicBezTo>
                <a:cubicBezTo>
                  <a:pt x="3219956" y="1777196"/>
                  <a:pt x="1653321" y="1776259"/>
                  <a:pt x="363877" y="1656168"/>
                </a:cubicBezTo>
                <a:cubicBezTo>
                  <a:pt x="193047" y="1663042"/>
                  <a:pt x="-18042" y="1528777"/>
                  <a:pt x="0" y="1292291"/>
                </a:cubicBezTo>
                <a:cubicBezTo>
                  <a:pt x="-79093" y="1131670"/>
                  <a:pt x="59037" y="548274"/>
                  <a:pt x="0" y="363877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2197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802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 done!!!</a:t>
            </a:r>
          </a:p>
          <a:p>
            <a:endParaRPr lang="en-GB" sz="1801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801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1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are officially one of us nerds now!!!!</a:t>
            </a:r>
          </a:p>
        </p:txBody>
      </p:sp>
      <p:pic>
        <p:nvPicPr>
          <p:cNvPr id="416" name="Picture 415" descr="A pink brain with blue glasses&#10;&#10;AI-generated content may be incorrect.">
            <a:extLst>
              <a:ext uri="{FF2B5EF4-FFF2-40B4-BE49-F238E27FC236}">
                <a16:creationId xmlns:a16="http://schemas.microsoft.com/office/drawing/2014/main" id="{8D83BF76-9546-066C-77A5-32747A5459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699" y="12785139"/>
            <a:ext cx="1275833" cy="127583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3B770E-6D91-B9DE-FF27-B21102EDE9B6}"/>
              </a:ext>
            </a:extLst>
          </p:cNvPr>
          <p:cNvCxnSpPr>
            <a:cxnSpLocks/>
          </p:cNvCxnSpPr>
          <p:nvPr/>
        </p:nvCxnSpPr>
        <p:spPr>
          <a:xfrm>
            <a:off x="6151890" y="6698754"/>
            <a:ext cx="0" cy="134191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Graphic 9" descr="Shoe footprints with solid fill">
            <a:extLst>
              <a:ext uri="{FF2B5EF4-FFF2-40B4-BE49-F238E27FC236}">
                <a16:creationId xmlns:a16="http://schemas.microsoft.com/office/drawing/2014/main" id="{7673839C-975E-C74C-7CC5-7701FF7019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4045687">
            <a:off x="1413707" y="1010437"/>
            <a:ext cx="303799" cy="303799"/>
          </a:xfrm>
          <a:prstGeom prst="rect">
            <a:avLst/>
          </a:prstGeom>
        </p:spPr>
      </p:pic>
      <p:pic>
        <p:nvPicPr>
          <p:cNvPr id="11" name="Graphic 10" descr="Shoe footprints with solid fill">
            <a:extLst>
              <a:ext uri="{FF2B5EF4-FFF2-40B4-BE49-F238E27FC236}">
                <a16:creationId xmlns:a16="http://schemas.microsoft.com/office/drawing/2014/main" id="{CD7C213D-7AF3-0AB2-32AE-87575F88F0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3983487">
            <a:off x="1708912" y="1002104"/>
            <a:ext cx="204293" cy="204293"/>
          </a:xfrm>
          <a:prstGeom prst="rect">
            <a:avLst/>
          </a:prstGeom>
        </p:spPr>
      </p:pic>
      <p:pic>
        <p:nvPicPr>
          <p:cNvPr id="12" name="Graphic 11" descr="Shoe footprints with solid fill">
            <a:extLst>
              <a:ext uri="{FF2B5EF4-FFF2-40B4-BE49-F238E27FC236}">
                <a16:creationId xmlns:a16="http://schemas.microsoft.com/office/drawing/2014/main" id="{68E0052C-A2A0-CD0F-7997-0898C73BAB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1333514">
            <a:off x="1894765" y="893052"/>
            <a:ext cx="163004" cy="163004"/>
          </a:xfrm>
          <a:prstGeom prst="rect">
            <a:avLst/>
          </a:prstGeom>
        </p:spPr>
      </p:pic>
      <p:pic>
        <p:nvPicPr>
          <p:cNvPr id="13" name="Graphic 12" descr="Shoe footprints with solid fill">
            <a:extLst>
              <a:ext uri="{FF2B5EF4-FFF2-40B4-BE49-F238E27FC236}">
                <a16:creationId xmlns:a16="http://schemas.microsoft.com/office/drawing/2014/main" id="{6CA8DA1C-687D-5FA3-D037-3EA2EC6A8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8062881">
            <a:off x="1886225" y="766852"/>
            <a:ext cx="132285" cy="132285"/>
          </a:xfrm>
          <a:prstGeom prst="rect">
            <a:avLst/>
          </a:prstGeom>
        </p:spPr>
      </p:pic>
      <p:pic>
        <p:nvPicPr>
          <p:cNvPr id="14" name="Graphic 13" descr="Shoe footprints with solid fill">
            <a:extLst>
              <a:ext uri="{FF2B5EF4-FFF2-40B4-BE49-F238E27FC236}">
                <a16:creationId xmlns:a16="http://schemas.microsoft.com/office/drawing/2014/main" id="{C230D0AA-DE16-FDD3-586F-6F858AD5A9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6386737">
            <a:off x="1759752" y="742396"/>
            <a:ext cx="95819" cy="95819"/>
          </a:xfrm>
          <a:prstGeom prst="rect">
            <a:avLst/>
          </a:prstGeom>
        </p:spPr>
      </p:pic>
      <p:sp>
        <p:nvSpPr>
          <p:cNvPr id="363" name="Rectangle: Rounded Corners 362">
            <a:hlinkClick r:id="rId11"/>
            <a:extLst>
              <a:ext uri="{FF2B5EF4-FFF2-40B4-BE49-F238E27FC236}">
                <a16:creationId xmlns:a16="http://schemas.microsoft.com/office/drawing/2014/main" id="{9319AFEF-4A5B-08F3-5D86-49BC1B2B3E0B}"/>
              </a:ext>
            </a:extLst>
          </p:cNvPr>
          <p:cNvSpPr/>
          <p:nvPr/>
        </p:nvSpPr>
        <p:spPr>
          <a:xfrm>
            <a:off x="7660320" y="10112595"/>
            <a:ext cx="2483008" cy="617314"/>
          </a:xfrm>
          <a:custGeom>
            <a:avLst/>
            <a:gdLst>
              <a:gd name="connsiteX0" fmla="*/ 0 w 2483008"/>
              <a:gd name="connsiteY0" fmla="*/ 102888 h 617314"/>
              <a:gd name="connsiteX1" fmla="*/ 102888 w 2483008"/>
              <a:gd name="connsiteY1" fmla="*/ 0 h 617314"/>
              <a:gd name="connsiteX2" fmla="*/ 717741 w 2483008"/>
              <a:gd name="connsiteY2" fmla="*/ 0 h 617314"/>
              <a:gd name="connsiteX3" fmla="*/ 1241504 w 2483008"/>
              <a:gd name="connsiteY3" fmla="*/ 0 h 617314"/>
              <a:gd name="connsiteX4" fmla="*/ 1856357 w 2483008"/>
              <a:gd name="connsiteY4" fmla="*/ 0 h 617314"/>
              <a:gd name="connsiteX5" fmla="*/ 2380120 w 2483008"/>
              <a:gd name="connsiteY5" fmla="*/ 0 h 617314"/>
              <a:gd name="connsiteX6" fmla="*/ 2483008 w 2483008"/>
              <a:gd name="connsiteY6" fmla="*/ 102888 h 617314"/>
              <a:gd name="connsiteX7" fmla="*/ 2483008 w 2483008"/>
              <a:gd name="connsiteY7" fmla="*/ 514426 h 617314"/>
              <a:gd name="connsiteX8" fmla="*/ 2380120 w 2483008"/>
              <a:gd name="connsiteY8" fmla="*/ 617314 h 617314"/>
              <a:gd name="connsiteX9" fmla="*/ 1879129 w 2483008"/>
              <a:gd name="connsiteY9" fmla="*/ 617314 h 617314"/>
              <a:gd name="connsiteX10" fmla="*/ 1287049 w 2483008"/>
              <a:gd name="connsiteY10" fmla="*/ 617314 h 617314"/>
              <a:gd name="connsiteX11" fmla="*/ 786058 w 2483008"/>
              <a:gd name="connsiteY11" fmla="*/ 617314 h 617314"/>
              <a:gd name="connsiteX12" fmla="*/ 102888 w 2483008"/>
              <a:gd name="connsiteY12" fmla="*/ 617314 h 617314"/>
              <a:gd name="connsiteX13" fmla="*/ 0 w 2483008"/>
              <a:gd name="connsiteY13" fmla="*/ 514426 h 617314"/>
              <a:gd name="connsiteX14" fmla="*/ 0 w 2483008"/>
              <a:gd name="connsiteY14" fmla="*/ 102888 h 617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83008" h="617314" fill="none" extrusionOk="0">
                <a:moveTo>
                  <a:pt x="0" y="102888"/>
                </a:moveTo>
                <a:cubicBezTo>
                  <a:pt x="-5334" y="48244"/>
                  <a:pt x="37960" y="4412"/>
                  <a:pt x="102888" y="0"/>
                </a:cubicBezTo>
                <a:cubicBezTo>
                  <a:pt x="298980" y="-2659"/>
                  <a:pt x="544192" y="18968"/>
                  <a:pt x="717741" y="0"/>
                </a:cubicBezTo>
                <a:cubicBezTo>
                  <a:pt x="891290" y="-18968"/>
                  <a:pt x="989689" y="-1687"/>
                  <a:pt x="1241504" y="0"/>
                </a:cubicBezTo>
                <a:cubicBezTo>
                  <a:pt x="1493319" y="1687"/>
                  <a:pt x="1569186" y="13954"/>
                  <a:pt x="1856357" y="0"/>
                </a:cubicBezTo>
                <a:cubicBezTo>
                  <a:pt x="2143528" y="-13954"/>
                  <a:pt x="2232816" y="-7717"/>
                  <a:pt x="2380120" y="0"/>
                </a:cubicBezTo>
                <a:cubicBezTo>
                  <a:pt x="2434899" y="8099"/>
                  <a:pt x="2494852" y="48215"/>
                  <a:pt x="2483008" y="102888"/>
                </a:cubicBezTo>
                <a:cubicBezTo>
                  <a:pt x="2462702" y="282465"/>
                  <a:pt x="2468960" y="418846"/>
                  <a:pt x="2483008" y="514426"/>
                </a:cubicBezTo>
                <a:cubicBezTo>
                  <a:pt x="2477489" y="571075"/>
                  <a:pt x="2437333" y="628699"/>
                  <a:pt x="2380120" y="617314"/>
                </a:cubicBezTo>
                <a:cubicBezTo>
                  <a:pt x="2155010" y="604139"/>
                  <a:pt x="2062734" y="635824"/>
                  <a:pt x="1879129" y="617314"/>
                </a:cubicBezTo>
                <a:cubicBezTo>
                  <a:pt x="1695524" y="598804"/>
                  <a:pt x="1513828" y="640246"/>
                  <a:pt x="1287049" y="617314"/>
                </a:cubicBezTo>
                <a:cubicBezTo>
                  <a:pt x="1060270" y="594382"/>
                  <a:pt x="969476" y="596123"/>
                  <a:pt x="786058" y="617314"/>
                </a:cubicBezTo>
                <a:cubicBezTo>
                  <a:pt x="602640" y="638505"/>
                  <a:pt x="422166" y="596335"/>
                  <a:pt x="102888" y="617314"/>
                </a:cubicBezTo>
                <a:cubicBezTo>
                  <a:pt x="41324" y="606618"/>
                  <a:pt x="-3868" y="568110"/>
                  <a:pt x="0" y="514426"/>
                </a:cubicBezTo>
                <a:cubicBezTo>
                  <a:pt x="-17588" y="360625"/>
                  <a:pt x="-17" y="216288"/>
                  <a:pt x="0" y="102888"/>
                </a:cubicBezTo>
                <a:close/>
              </a:path>
              <a:path w="2483008" h="617314" stroke="0" extrusionOk="0">
                <a:moveTo>
                  <a:pt x="0" y="102888"/>
                </a:moveTo>
                <a:cubicBezTo>
                  <a:pt x="4947" y="50647"/>
                  <a:pt x="57027" y="-3045"/>
                  <a:pt x="102888" y="0"/>
                </a:cubicBezTo>
                <a:cubicBezTo>
                  <a:pt x="300932" y="-17327"/>
                  <a:pt x="479550" y="29210"/>
                  <a:pt x="717741" y="0"/>
                </a:cubicBezTo>
                <a:cubicBezTo>
                  <a:pt x="955932" y="-29210"/>
                  <a:pt x="1076108" y="-7378"/>
                  <a:pt x="1218732" y="0"/>
                </a:cubicBezTo>
                <a:cubicBezTo>
                  <a:pt x="1361356" y="7378"/>
                  <a:pt x="1510281" y="8575"/>
                  <a:pt x="1765267" y="0"/>
                </a:cubicBezTo>
                <a:cubicBezTo>
                  <a:pt x="2020254" y="-8575"/>
                  <a:pt x="2191770" y="29447"/>
                  <a:pt x="2380120" y="0"/>
                </a:cubicBezTo>
                <a:cubicBezTo>
                  <a:pt x="2433202" y="-2605"/>
                  <a:pt x="2486156" y="51210"/>
                  <a:pt x="2483008" y="102888"/>
                </a:cubicBezTo>
                <a:cubicBezTo>
                  <a:pt x="2491395" y="264701"/>
                  <a:pt x="2482184" y="315862"/>
                  <a:pt x="2483008" y="514426"/>
                </a:cubicBezTo>
                <a:cubicBezTo>
                  <a:pt x="2486487" y="566091"/>
                  <a:pt x="2431532" y="608744"/>
                  <a:pt x="2380120" y="617314"/>
                </a:cubicBezTo>
                <a:cubicBezTo>
                  <a:pt x="2181223" y="613005"/>
                  <a:pt x="2006940" y="601807"/>
                  <a:pt x="1765267" y="617314"/>
                </a:cubicBezTo>
                <a:cubicBezTo>
                  <a:pt x="1523594" y="632821"/>
                  <a:pt x="1402309" y="596267"/>
                  <a:pt x="1264276" y="617314"/>
                </a:cubicBezTo>
                <a:cubicBezTo>
                  <a:pt x="1126243" y="638361"/>
                  <a:pt x="938297" y="606453"/>
                  <a:pt x="763285" y="617314"/>
                </a:cubicBezTo>
                <a:cubicBezTo>
                  <a:pt x="588273" y="628175"/>
                  <a:pt x="240238" y="648687"/>
                  <a:pt x="102888" y="617314"/>
                </a:cubicBezTo>
                <a:cubicBezTo>
                  <a:pt x="41995" y="626698"/>
                  <a:pt x="7207" y="570469"/>
                  <a:pt x="0" y="514426"/>
                </a:cubicBezTo>
                <a:cubicBezTo>
                  <a:pt x="19716" y="409219"/>
                  <a:pt x="12511" y="237012"/>
                  <a:pt x="0" y="10288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ake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post in the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DevStart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forum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C00EAA6A-967F-B7BB-A566-B570DBCA4121}"/>
              </a:ext>
            </a:extLst>
          </p:cNvPr>
          <p:cNvCxnSpPr>
            <a:cxnSpLocks/>
            <a:stCxn id="346" idx="2"/>
            <a:endCxn id="351" idx="1"/>
          </p:cNvCxnSpPr>
          <p:nvPr/>
        </p:nvCxnSpPr>
        <p:spPr>
          <a:xfrm rot="16200000" flipH="1">
            <a:off x="2861031" y="9591704"/>
            <a:ext cx="1218853" cy="2690115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4A3CC929-CA90-82AB-8D75-D1AB63940ECD}"/>
              </a:ext>
            </a:extLst>
          </p:cNvPr>
          <p:cNvCxnSpPr>
            <a:cxnSpLocks/>
            <a:stCxn id="351" idx="3"/>
            <a:endCxn id="15" idx="3"/>
          </p:cNvCxnSpPr>
          <p:nvPr/>
        </p:nvCxnSpPr>
        <p:spPr>
          <a:xfrm flipV="1">
            <a:off x="8211549" y="6421218"/>
            <a:ext cx="3897116" cy="5124971"/>
          </a:xfrm>
          <a:prstGeom prst="bentConnector3">
            <a:avLst>
              <a:gd name="adj1" fmla="val 105866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A300B6-B8C7-EDBD-7039-BF06054D7791}"/>
              </a:ext>
            </a:extLst>
          </p:cNvPr>
          <p:cNvSpPr/>
          <p:nvPr/>
        </p:nvSpPr>
        <p:spPr>
          <a:xfrm>
            <a:off x="8595876" y="5377463"/>
            <a:ext cx="3512789" cy="2087510"/>
          </a:xfrm>
          <a:custGeom>
            <a:avLst/>
            <a:gdLst>
              <a:gd name="connsiteX0" fmla="*/ 0 w 3512789"/>
              <a:gd name="connsiteY0" fmla="*/ 379071 h 2087510"/>
              <a:gd name="connsiteX1" fmla="*/ 379071 w 3512789"/>
              <a:gd name="connsiteY1" fmla="*/ 0 h 2087510"/>
              <a:gd name="connsiteX2" fmla="*/ 3133718 w 3512789"/>
              <a:gd name="connsiteY2" fmla="*/ 0 h 2087510"/>
              <a:gd name="connsiteX3" fmla="*/ 3512789 w 3512789"/>
              <a:gd name="connsiteY3" fmla="*/ 379071 h 2087510"/>
              <a:gd name="connsiteX4" fmla="*/ 3512789 w 3512789"/>
              <a:gd name="connsiteY4" fmla="*/ 1708439 h 2087510"/>
              <a:gd name="connsiteX5" fmla="*/ 3133718 w 3512789"/>
              <a:gd name="connsiteY5" fmla="*/ 2087510 h 2087510"/>
              <a:gd name="connsiteX6" fmla="*/ 379071 w 3512789"/>
              <a:gd name="connsiteY6" fmla="*/ 2087510 h 2087510"/>
              <a:gd name="connsiteX7" fmla="*/ 0 w 3512789"/>
              <a:gd name="connsiteY7" fmla="*/ 1708439 h 2087510"/>
              <a:gd name="connsiteX8" fmla="*/ 0 w 3512789"/>
              <a:gd name="connsiteY8" fmla="*/ 379071 h 2087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12789" h="2087510" fill="none" extrusionOk="0">
                <a:moveTo>
                  <a:pt x="0" y="379071"/>
                </a:moveTo>
                <a:cubicBezTo>
                  <a:pt x="-17256" y="170913"/>
                  <a:pt x="191416" y="-1976"/>
                  <a:pt x="379071" y="0"/>
                </a:cubicBezTo>
                <a:cubicBezTo>
                  <a:pt x="836311" y="-76428"/>
                  <a:pt x="1769664" y="-98079"/>
                  <a:pt x="3133718" y="0"/>
                </a:cubicBezTo>
                <a:cubicBezTo>
                  <a:pt x="3344834" y="21439"/>
                  <a:pt x="3477915" y="156317"/>
                  <a:pt x="3512789" y="379071"/>
                </a:cubicBezTo>
                <a:cubicBezTo>
                  <a:pt x="3554345" y="820789"/>
                  <a:pt x="3432985" y="1187380"/>
                  <a:pt x="3512789" y="1708439"/>
                </a:cubicBezTo>
                <a:cubicBezTo>
                  <a:pt x="3520126" y="1879689"/>
                  <a:pt x="3360392" y="2101445"/>
                  <a:pt x="3133718" y="2087510"/>
                </a:cubicBezTo>
                <a:cubicBezTo>
                  <a:pt x="2003146" y="2041563"/>
                  <a:pt x="830033" y="2166671"/>
                  <a:pt x="379071" y="2087510"/>
                </a:cubicBezTo>
                <a:cubicBezTo>
                  <a:pt x="181184" y="2093020"/>
                  <a:pt x="18036" y="1889266"/>
                  <a:pt x="0" y="1708439"/>
                </a:cubicBezTo>
                <a:cubicBezTo>
                  <a:pt x="-105254" y="1098573"/>
                  <a:pt x="71705" y="816039"/>
                  <a:pt x="0" y="379071"/>
                </a:cubicBezTo>
                <a:close/>
              </a:path>
              <a:path w="3512789" h="2087510" stroke="0" extrusionOk="0">
                <a:moveTo>
                  <a:pt x="0" y="379071"/>
                </a:moveTo>
                <a:cubicBezTo>
                  <a:pt x="-33802" y="172394"/>
                  <a:pt x="204795" y="568"/>
                  <a:pt x="379071" y="0"/>
                </a:cubicBezTo>
                <a:cubicBezTo>
                  <a:pt x="1466853" y="-105081"/>
                  <a:pt x="2654918" y="-87976"/>
                  <a:pt x="3133718" y="0"/>
                </a:cubicBezTo>
                <a:cubicBezTo>
                  <a:pt x="3326284" y="18050"/>
                  <a:pt x="3539157" y="159677"/>
                  <a:pt x="3512789" y="379071"/>
                </a:cubicBezTo>
                <a:cubicBezTo>
                  <a:pt x="3513110" y="922559"/>
                  <a:pt x="3474186" y="1129296"/>
                  <a:pt x="3512789" y="1708439"/>
                </a:cubicBezTo>
                <a:cubicBezTo>
                  <a:pt x="3506416" y="1912713"/>
                  <a:pt x="3339798" y="2112181"/>
                  <a:pt x="3133718" y="2087510"/>
                </a:cubicBezTo>
                <a:cubicBezTo>
                  <a:pt x="2223788" y="2208538"/>
                  <a:pt x="1725977" y="2207601"/>
                  <a:pt x="379071" y="2087510"/>
                </a:cubicBezTo>
                <a:cubicBezTo>
                  <a:pt x="200625" y="2094560"/>
                  <a:pt x="-1885" y="1921506"/>
                  <a:pt x="0" y="1708439"/>
                </a:cubicBezTo>
                <a:cubicBezTo>
                  <a:pt x="24556" y="1322398"/>
                  <a:pt x="72129" y="940130"/>
                  <a:pt x="0" y="379071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18159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That's unfortunate! </a:t>
            </a:r>
          </a:p>
          <a:p>
            <a:pPr algn="just"/>
            <a:r>
              <a:rPr lang="en-GB" sz="18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let us know what issues you're experiencing - we're happy to help troubleshoot.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B1D3DBF-AFA1-3F17-A964-7072F2A83972}"/>
              </a:ext>
            </a:extLst>
          </p:cNvPr>
          <p:cNvCxnSpPr>
            <a:cxnSpLocks/>
            <a:stCxn id="351" idx="2"/>
            <a:endCxn id="417" idx="0"/>
          </p:cNvCxnSpPr>
          <p:nvPr/>
        </p:nvCxnSpPr>
        <p:spPr>
          <a:xfrm>
            <a:off x="6513532" y="12093455"/>
            <a:ext cx="9" cy="69532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510D4F49-67E6-7A81-73C6-E90C97528B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41660" y="7227813"/>
            <a:ext cx="357608" cy="357608"/>
          </a:xfrm>
          <a:prstGeom prst="rect">
            <a:avLst/>
          </a:prstGeom>
        </p:spPr>
      </p:pic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CE80F48C-C12C-CEC1-37A4-94012B201F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93738" y="12213638"/>
            <a:ext cx="357608" cy="357608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3F3E82E3-8599-AAE1-77BA-62025510575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44853" y="8084660"/>
            <a:ext cx="357608" cy="357608"/>
          </a:xfrm>
          <a:prstGeom prst="rect">
            <a:avLst/>
          </a:prstGeom>
        </p:spPr>
      </p:pic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4DAD83B5-9646-25AF-6960-3BEE4CA9E6F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43328" y="11142341"/>
            <a:ext cx="357608" cy="357608"/>
          </a:xfrm>
          <a:prstGeom prst="rect">
            <a:avLst/>
          </a:prstGeom>
        </p:spPr>
      </p:pic>
      <p:pic>
        <p:nvPicPr>
          <p:cNvPr id="9" name="Picture 8" descr="A logo with a blue circle and a blue circle&#10;&#10;AI-generated content may be incorrect.">
            <a:extLst>
              <a:ext uri="{FF2B5EF4-FFF2-40B4-BE49-F238E27FC236}">
                <a16:creationId xmlns:a16="http://schemas.microsoft.com/office/drawing/2014/main" id="{96B7E7CF-8B07-A18A-4BA8-EFE88E7368B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3178" y="73034"/>
            <a:ext cx="2430503" cy="853496"/>
          </a:xfrm>
          <a:prstGeom prst="rect">
            <a:avLst/>
          </a:prstGeom>
        </p:spPr>
      </p:pic>
      <p:pic>
        <p:nvPicPr>
          <p:cNvPr id="21" name="Picture 20" descr="A blue and grey logo&#10;&#10;AI-generated content may be incorrect.">
            <a:extLst>
              <a:ext uri="{FF2B5EF4-FFF2-40B4-BE49-F238E27FC236}">
                <a16:creationId xmlns:a16="http://schemas.microsoft.com/office/drawing/2014/main" id="{D1E95A78-6C5B-D428-4180-08ADCAFE13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934" y="944552"/>
            <a:ext cx="810863" cy="628419"/>
          </a:xfrm>
          <a:prstGeom prst="rect">
            <a:avLst/>
          </a:prstGeom>
        </p:spPr>
      </p:pic>
      <p:sp>
        <p:nvSpPr>
          <p:cNvPr id="4" name="Rectangle: Rounded Corners 3">
            <a:hlinkClick r:id="rId18"/>
            <a:extLst>
              <a:ext uri="{FF2B5EF4-FFF2-40B4-BE49-F238E27FC236}">
                <a16:creationId xmlns:a16="http://schemas.microsoft.com/office/drawing/2014/main" id="{1C59D9BA-21AA-E8EB-F940-86046CC7181D}"/>
              </a:ext>
            </a:extLst>
          </p:cNvPr>
          <p:cNvSpPr/>
          <p:nvPr/>
        </p:nvSpPr>
        <p:spPr>
          <a:xfrm>
            <a:off x="7660320" y="9328132"/>
            <a:ext cx="2483008" cy="617314"/>
          </a:xfrm>
          <a:custGeom>
            <a:avLst/>
            <a:gdLst>
              <a:gd name="connsiteX0" fmla="*/ 0 w 2483008"/>
              <a:gd name="connsiteY0" fmla="*/ 102888 h 617314"/>
              <a:gd name="connsiteX1" fmla="*/ 102888 w 2483008"/>
              <a:gd name="connsiteY1" fmla="*/ 0 h 617314"/>
              <a:gd name="connsiteX2" fmla="*/ 717741 w 2483008"/>
              <a:gd name="connsiteY2" fmla="*/ 0 h 617314"/>
              <a:gd name="connsiteX3" fmla="*/ 1241504 w 2483008"/>
              <a:gd name="connsiteY3" fmla="*/ 0 h 617314"/>
              <a:gd name="connsiteX4" fmla="*/ 1856357 w 2483008"/>
              <a:gd name="connsiteY4" fmla="*/ 0 h 617314"/>
              <a:gd name="connsiteX5" fmla="*/ 2380120 w 2483008"/>
              <a:gd name="connsiteY5" fmla="*/ 0 h 617314"/>
              <a:gd name="connsiteX6" fmla="*/ 2483008 w 2483008"/>
              <a:gd name="connsiteY6" fmla="*/ 102888 h 617314"/>
              <a:gd name="connsiteX7" fmla="*/ 2483008 w 2483008"/>
              <a:gd name="connsiteY7" fmla="*/ 514426 h 617314"/>
              <a:gd name="connsiteX8" fmla="*/ 2380120 w 2483008"/>
              <a:gd name="connsiteY8" fmla="*/ 617314 h 617314"/>
              <a:gd name="connsiteX9" fmla="*/ 1879129 w 2483008"/>
              <a:gd name="connsiteY9" fmla="*/ 617314 h 617314"/>
              <a:gd name="connsiteX10" fmla="*/ 1287049 w 2483008"/>
              <a:gd name="connsiteY10" fmla="*/ 617314 h 617314"/>
              <a:gd name="connsiteX11" fmla="*/ 786058 w 2483008"/>
              <a:gd name="connsiteY11" fmla="*/ 617314 h 617314"/>
              <a:gd name="connsiteX12" fmla="*/ 102888 w 2483008"/>
              <a:gd name="connsiteY12" fmla="*/ 617314 h 617314"/>
              <a:gd name="connsiteX13" fmla="*/ 0 w 2483008"/>
              <a:gd name="connsiteY13" fmla="*/ 514426 h 617314"/>
              <a:gd name="connsiteX14" fmla="*/ 0 w 2483008"/>
              <a:gd name="connsiteY14" fmla="*/ 102888 h 617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83008" h="617314" fill="none" extrusionOk="0">
                <a:moveTo>
                  <a:pt x="0" y="102888"/>
                </a:moveTo>
                <a:cubicBezTo>
                  <a:pt x="-5334" y="48244"/>
                  <a:pt x="37960" y="4412"/>
                  <a:pt x="102888" y="0"/>
                </a:cubicBezTo>
                <a:cubicBezTo>
                  <a:pt x="298980" y="-2659"/>
                  <a:pt x="544192" y="18968"/>
                  <a:pt x="717741" y="0"/>
                </a:cubicBezTo>
                <a:cubicBezTo>
                  <a:pt x="891290" y="-18968"/>
                  <a:pt x="989689" y="-1687"/>
                  <a:pt x="1241504" y="0"/>
                </a:cubicBezTo>
                <a:cubicBezTo>
                  <a:pt x="1493319" y="1687"/>
                  <a:pt x="1569186" y="13954"/>
                  <a:pt x="1856357" y="0"/>
                </a:cubicBezTo>
                <a:cubicBezTo>
                  <a:pt x="2143528" y="-13954"/>
                  <a:pt x="2232816" y="-7717"/>
                  <a:pt x="2380120" y="0"/>
                </a:cubicBezTo>
                <a:cubicBezTo>
                  <a:pt x="2434899" y="8099"/>
                  <a:pt x="2494852" y="48215"/>
                  <a:pt x="2483008" y="102888"/>
                </a:cubicBezTo>
                <a:cubicBezTo>
                  <a:pt x="2462702" y="282465"/>
                  <a:pt x="2468960" y="418846"/>
                  <a:pt x="2483008" y="514426"/>
                </a:cubicBezTo>
                <a:cubicBezTo>
                  <a:pt x="2477489" y="571075"/>
                  <a:pt x="2437333" y="628699"/>
                  <a:pt x="2380120" y="617314"/>
                </a:cubicBezTo>
                <a:cubicBezTo>
                  <a:pt x="2155010" y="604139"/>
                  <a:pt x="2062734" y="635824"/>
                  <a:pt x="1879129" y="617314"/>
                </a:cubicBezTo>
                <a:cubicBezTo>
                  <a:pt x="1695524" y="598804"/>
                  <a:pt x="1513828" y="640246"/>
                  <a:pt x="1287049" y="617314"/>
                </a:cubicBezTo>
                <a:cubicBezTo>
                  <a:pt x="1060270" y="594382"/>
                  <a:pt x="969476" y="596123"/>
                  <a:pt x="786058" y="617314"/>
                </a:cubicBezTo>
                <a:cubicBezTo>
                  <a:pt x="602640" y="638505"/>
                  <a:pt x="422166" y="596335"/>
                  <a:pt x="102888" y="617314"/>
                </a:cubicBezTo>
                <a:cubicBezTo>
                  <a:pt x="41324" y="606618"/>
                  <a:pt x="-3868" y="568110"/>
                  <a:pt x="0" y="514426"/>
                </a:cubicBezTo>
                <a:cubicBezTo>
                  <a:pt x="-17588" y="360625"/>
                  <a:pt x="-17" y="216288"/>
                  <a:pt x="0" y="102888"/>
                </a:cubicBezTo>
                <a:close/>
              </a:path>
              <a:path w="2483008" h="617314" stroke="0" extrusionOk="0">
                <a:moveTo>
                  <a:pt x="0" y="102888"/>
                </a:moveTo>
                <a:cubicBezTo>
                  <a:pt x="4947" y="50647"/>
                  <a:pt x="57027" y="-3045"/>
                  <a:pt x="102888" y="0"/>
                </a:cubicBezTo>
                <a:cubicBezTo>
                  <a:pt x="300932" y="-17327"/>
                  <a:pt x="479550" y="29210"/>
                  <a:pt x="717741" y="0"/>
                </a:cubicBezTo>
                <a:cubicBezTo>
                  <a:pt x="955932" y="-29210"/>
                  <a:pt x="1076108" y="-7378"/>
                  <a:pt x="1218732" y="0"/>
                </a:cubicBezTo>
                <a:cubicBezTo>
                  <a:pt x="1361356" y="7378"/>
                  <a:pt x="1510281" y="8575"/>
                  <a:pt x="1765267" y="0"/>
                </a:cubicBezTo>
                <a:cubicBezTo>
                  <a:pt x="2020254" y="-8575"/>
                  <a:pt x="2191770" y="29447"/>
                  <a:pt x="2380120" y="0"/>
                </a:cubicBezTo>
                <a:cubicBezTo>
                  <a:pt x="2433202" y="-2605"/>
                  <a:pt x="2486156" y="51210"/>
                  <a:pt x="2483008" y="102888"/>
                </a:cubicBezTo>
                <a:cubicBezTo>
                  <a:pt x="2491395" y="264701"/>
                  <a:pt x="2482184" y="315862"/>
                  <a:pt x="2483008" y="514426"/>
                </a:cubicBezTo>
                <a:cubicBezTo>
                  <a:pt x="2486487" y="566091"/>
                  <a:pt x="2431532" y="608744"/>
                  <a:pt x="2380120" y="617314"/>
                </a:cubicBezTo>
                <a:cubicBezTo>
                  <a:pt x="2181223" y="613005"/>
                  <a:pt x="2006940" y="601807"/>
                  <a:pt x="1765267" y="617314"/>
                </a:cubicBezTo>
                <a:cubicBezTo>
                  <a:pt x="1523594" y="632821"/>
                  <a:pt x="1402309" y="596267"/>
                  <a:pt x="1264276" y="617314"/>
                </a:cubicBezTo>
                <a:cubicBezTo>
                  <a:pt x="1126243" y="638361"/>
                  <a:pt x="938297" y="606453"/>
                  <a:pt x="763285" y="617314"/>
                </a:cubicBezTo>
                <a:cubicBezTo>
                  <a:pt x="588273" y="628175"/>
                  <a:pt x="240238" y="648687"/>
                  <a:pt x="102888" y="617314"/>
                </a:cubicBezTo>
                <a:cubicBezTo>
                  <a:pt x="41995" y="626698"/>
                  <a:pt x="7207" y="570469"/>
                  <a:pt x="0" y="514426"/>
                </a:cubicBezTo>
                <a:cubicBezTo>
                  <a:pt x="19716" y="409219"/>
                  <a:pt x="12511" y="237012"/>
                  <a:pt x="0" y="10288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us an email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E6F76A3-3F0C-A1D1-2840-9F9943EB9F59}"/>
              </a:ext>
            </a:extLst>
          </p:cNvPr>
          <p:cNvCxnSpPr>
            <a:cxnSpLocks/>
            <a:stCxn id="15" idx="2"/>
            <a:endCxn id="4" idx="3"/>
          </p:cNvCxnSpPr>
          <p:nvPr/>
        </p:nvCxnSpPr>
        <p:spPr>
          <a:xfrm rot="5400000">
            <a:off x="9161892" y="8446410"/>
            <a:ext cx="2171816" cy="208943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240A74-6601-A7CA-DF3D-DCB7B9387521}"/>
              </a:ext>
            </a:extLst>
          </p:cNvPr>
          <p:cNvCxnSpPr>
            <a:cxnSpLocks/>
            <a:stCxn id="15" idx="2"/>
            <a:endCxn id="363" idx="3"/>
          </p:cNvCxnSpPr>
          <p:nvPr/>
        </p:nvCxnSpPr>
        <p:spPr>
          <a:xfrm rot="5400000">
            <a:off x="8769661" y="8838641"/>
            <a:ext cx="2956279" cy="208943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F3FB601-D252-03CF-D2BC-35CB905FA5B7}"/>
              </a:ext>
            </a:extLst>
          </p:cNvPr>
          <p:cNvCxnSpPr>
            <a:cxnSpLocks/>
            <a:stCxn id="4" idx="1"/>
            <a:endCxn id="346" idx="3"/>
          </p:cNvCxnSpPr>
          <p:nvPr/>
        </p:nvCxnSpPr>
        <p:spPr>
          <a:xfrm rot="10800000" flipV="1">
            <a:off x="3061740" y="9636789"/>
            <a:ext cx="4598581" cy="38189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BAFEA95-8F0C-F2FA-793F-AC7472E78511}"/>
              </a:ext>
            </a:extLst>
          </p:cNvPr>
          <p:cNvCxnSpPr>
            <a:cxnSpLocks/>
            <a:stCxn id="363" idx="1"/>
            <a:endCxn id="346" idx="3"/>
          </p:cNvCxnSpPr>
          <p:nvPr/>
        </p:nvCxnSpPr>
        <p:spPr>
          <a:xfrm rot="10800000">
            <a:off x="3061740" y="10018680"/>
            <a:ext cx="4598581" cy="40257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753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793</TotalTime>
  <Words>124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Tommaso Ghilardi (Staff)</cp:lastModifiedBy>
  <cp:revision>2</cp:revision>
  <dcterms:created xsi:type="dcterms:W3CDTF">2025-03-06T11:16:10Z</dcterms:created>
  <dcterms:modified xsi:type="dcterms:W3CDTF">2025-08-30T21:36:17Z</dcterms:modified>
</cp:coreProperties>
</file>